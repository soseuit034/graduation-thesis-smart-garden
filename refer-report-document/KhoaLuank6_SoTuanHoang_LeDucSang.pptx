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3" r:id="rId2"/>
  </p:sldMasterIdLst>
  <p:notesMasterIdLst>
    <p:notesMasterId r:id="rId23"/>
  </p:notesMasterIdLst>
  <p:sldIdLst>
    <p:sldId id="288" r:id="rId3"/>
    <p:sldId id="289" r:id="rId4"/>
    <p:sldId id="261" r:id="rId5"/>
    <p:sldId id="292" r:id="rId6"/>
    <p:sldId id="279" r:id="rId7"/>
    <p:sldId id="272" r:id="rId8"/>
    <p:sldId id="276" r:id="rId9"/>
    <p:sldId id="278" r:id="rId10"/>
    <p:sldId id="277" r:id="rId11"/>
    <p:sldId id="281" r:id="rId12"/>
    <p:sldId id="282" r:id="rId13"/>
    <p:sldId id="280" r:id="rId14"/>
    <p:sldId id="274" r:id="rId15"/>
    <p:sldId id="275" r:id="rId16"/>
    <p:sldId id="283" r:id="rId17"/>
    <p:sldId id="284" r:id="rId18"/>
    <p:sldId id="286" r:id="rId19"/>
    <p:sldId id="293" r:id="rId20"/>
    <p:sldId id="291" r:id="rId21"/>
    <p:sldId id="290"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ới thiệu" id="{992832F5-EA01-48E5-B403-87E193F50680}">
          <p14:sldIdLst>
            <p14:sldId id="288"/>
            <p14:sldId id="289"/>
          </p14:sldIdLst>
        </p14:section>
        <p14:section name="Đặt vấn đề" id="{087866C3-7028-482C-8D34-6BF5363FBD75}">
          <p14:sldIdLst>
            <p14:sldId id="261"/>
            <p14:sldId id="292"/>
            <p14:sldId id="279"/>
          </p14:sldIdLst>
        </p14:section>
        <p14:section name="Nội dung" id="{521DEF98-8796-4632-831A-16252E9A6054}">
          <p14:sldIdLst>
            <p14:sldId id="272"/>
            <p14:sldId id="276"/>
            <p14:sldId id="278"/>
            <p14:sldId id="277"/>
            <p14:sldId id="281"/>
            <p14:sldId id="282"/>
            <p14:sldId id="280"/>
            <p14:sldId id="274"/>
            <p14:sldId id="275"/>
            <p14:sldId id="283"/>
            <p14:sldId id="284"/>
            <p14:sldId id="286"/>
            <p14:sldId id="293"/>
            <p14:sldId id="291"/>
            <p14:sldId id="290"/>
          </p14:sldIdLst>
        </p14:section>
      </p14:sectionLst>
    </p:ext>
    <p:ext uri="{EFAFB233-063F-42B5-8137-9DF3F51BA10A}">
      <p15:sldGuideLst xmlns:p15="http://schemas.microsoft.com/office/powerpoint/2012/main">
        <p15:guide id="1" orient="horz" pos="2160">
          <p15:clr>
            <a:srgbClr val="A4A3A4"/>
          </p15:clr>
        </p15:guide>
        <p15:guide id="2" orient="horz" pos="576">
          <p15:clr>
            <a:srgbClr val="A4A3A4"/>
          </p15:clr>
        </p15:guide>
        <p15:guide id="3" pos="2880">
          <p15:clr>
            <a:srgbClr val="A4A3A4"/>
          </p15:clr>
        </p15:guide>
        <p15:guide id="4" pos="28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1" autoAdjust="0"/>
    <p:restoredTop sz="83662" autoAdjust="0"/>
  </p:normalViewPr>
  <p:slideViewPr>
    <p:cSldViewPr>
      <p:cViewPr varScale="1">
        <p:scale>
          <a:sx n="62" d="100"/>
          <a:sy n="62" d="100"/>
        </p:scale>
        <p:origin x="1602" y="12"/>
      </p:cViewPr>
      <p:guideLst>
        <p:guide orient="horz" pos="2160"/>
        <p:guide orient="horz" pos="576"/>
        <p:guide pos="2880"/>
        <p:guide pos="28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30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image" Target="../media/image8.jpeg"/><Relationship Id="rId4"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8.jpeg"/><Relationship Id="rId4"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7E6755-1D16-4810-B756-E812BBE10601}" type="doc">
      <dgm:prSet loTypeId="urn:microsoft.com/office/officeart/2005/8/layout/cycle4" loCatId="matrix" qsTypeId="urn:microsoft.com/office/officeart/2005/8/quickstyle/simple5" qsCatId="simple" csTypeId="urn:microsoft.com/office/officeart/2005/8/colors/accent1_3" csCatId="accent1" phldr="1"/>
      <dgm:spPr/>
      <dgm:t>
        <a:bodyPr/>
        <a:lstStyle/>
        <a:p>
          <a:endParaRPr lang="en-US"/>
        </a:p>
      </dgm:t>
    </dgm:pt>
    <dgm:pt modelId="{EA129BAD-7131-4C40-8AE0-B450452AF72D}">
      <dgm:prSet phldrT="[Text]" custT="1"/>
      <dgm:spPr/>
      <dgm:t>
        <a:bodyPr/>
        <a:lstStyle/>
        <a:p>
          <a:r>
            <a:rPr lang="en-US" sz="2800" smtClean="0">
              <a:latin typeface="Times New Roman" panose="02020603050405020304" pitchFamily="18" charset="0"/>
              <a:cs typeface="Times New Roman" panose="02020603050405020304" pitchFamily="18" charset="0"/>
            </a:rPr>
            <a:t>Tổng quan</a:t>
          </a:r>
          <a:endParaRPr lang="en-US" sz="2800" dirty="0">
            <a:latin typeface="Times New Roman" panose="02020603050405020304" pitchFamily="18" charset="0"/>
            <a:cs typeface="Times New Roman" panose="02020603050405020304" pitchFamily="18" charset="0"/>
          </a:endParaRPr>
        </a:p>
      </dgm:t>
    </dgm:pt>
    <dgm:pt modelId="{AB24FA00-35AE-467C-890E-E9AEF005169A}" type="parTrans" cxnId="{BACFC396-888C-4186-82DA-1A7E229D892E}">
      <dgm:prSet/>
      <dgm:spPr/>
      <dgm:t>
        <a:bodyPr/>
        <a:lstStyle/>
        <a:p>
          <a:endParaRPr lang="en-US" sz="2800">
            <a:latin typeface="Times New Roman" panose="02020603050405020304" pitchFamily="18" charset="0"/>
            <a:cs typeface="Times New Roman" panose="02020603050405020304" pitchFamily="18" charset="0"/>
          </a:endParaRPr>
        </a:p>
      </dgm:t>
    </dgm:pt>
    <dgm:pt modelId="{6064DD05-89F0-42B3-8092-188856CCC0FE}" type="sibTrans" cxnId="{BACFC396-888C-4186-82DA-1A7E229D892E}">
      <dgm:prSet/>
      <dgm:spPr/>
      <dgm:t>
        <a:bodyPr/>
        <a:lstStyle/>
        <a:p>
          <a:endParaRPr lang="en-US" sz="2800">
            <a:latin typeface="Times New Roman" panose="02020603050405020304" pitchFamily="18" charset="0"/>
            <a:cs typeface="Times New Roman" panose="02020603050405020304" pitchFamily="18" charset="0"/>
          </a:endParaRPr>
        </a:p>
      </dgm:t>
    </dgm:pt>
    <dgm:pt modelId="{8D4FE27B-6D92-42FD-8164-3E937C1E65BA}">
      <dgm:prSet phldrT="[Text]" custT="1"/>
      <dgm:spPr/>
      <dgm:t>
        <a:bodyPr/>
        <a:lstStyle/>
        <a:p>
          <a:r>
            <a:rPr lang="en-US" sz="2800" dirty="0" err="1" smtClean="0">
              <a:latin typeface="Times New Roman" panose="02020603050405020304" pitchFamily="18" charset="0"/>
              <a:cs typeface="Times New Roman" panose="02020603050405020304" pitchFamily="18" charset="0"/>
            </a:rPr>
            <a:t>Cơ</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sở</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công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nghệ</a:t>
          </a:r>
          <a:endParaRPr lang="en-US" sz="2800" dirty="0">
            <a:latin typeface="Times New Roman" panose="02020603050405020304" pitchFamily="18" charset="0"/>
            <a:cs typeface="Times New Roman" panose="02020603050405020304" pitchFamily="18" charset="0"/>
          </a:endParaRPr>
        </a:p>
      </dgm:t>
    </dgm:pt>
    <dgm:pt modelId="{8D36B36F-EA7A-4D99-9DCD-EA3F2FEA6D37}" type="parTrans" cxnId="{06381EE8-D32C-4856-AEC8-FA5AA8D96C2E}">
      <dgm:prSet/>
      <dgm:spPr/>
      <dgm:t>
        <a:bodyPr/>
        <a:lstStyle/>
        <a:p>
          <a:endParaRPr lang="en-US" sz="2800">
            <a:latin typeface="Times New Roman" panose="02020603050405020304" pitchFamily="18" charset="0"/>
            <a:cs typeface="Times New Roman" panose="02020603050405020304" pitchFamily="18" charset="0"/>
          </a:endParaRPr>
        </a:p>
      </dgm:t>
    </dgm:pt>
    <dgm:pt modelId="{A3D89C7F-83A0-45D6-A2AF-3B69A623A543}" type="sibTrans" cxnId="{06381EE8-D32C-4856-AEC8-FA5AA8D96C2E}">
      <dgm:prSet/>
      <dgm:spPr/>
      <dgm:t>
        <a:bodyPr/>
        <a:lstStyle/>
        <a:p>
          <a:endParaRPr lang="en-US" sz="2800">
            <a:latin typeface="Times New Roman" panose="02020603050405020304" pitchFamily="18" charset="0"/>
            <a:cs typeface="Times New Roman" panose="02020603050405020304" pitchFamily="18" charset="0"/>
          </a:endParaRPr>
        </a:p>
      </dgm:t>
    </dgm:pt>
    <dgm:pt modelId="{A2B2977C-3075-4D08-88C7-56092AF47110}">
      <dgm:prSet phldrT="[Text]" custT="1"/>
      <dgm:spPr/>
      <dgm:t>
        <a:bodyPr/>
        <a:lstStyle/>
        <a:p>
          <a:r>
            <a:rPr lang="en-US" sz="2800" dirty="0" smtClean="0">
              <a:latin typeface="Times New Roman" panose="02020603050405020304" pitchFamily="18" charset="0"/>
              <a:cs typeface="Times New Roman" panose="02020603050405020304" pitchFamily="18" charset="0"/>
            </a:rPr>
            <a:t>Ý </a:t>
          </a:r>
          <a:r>
            <a:rPr lang="en-US" sz="2800" dirty="0" err="1" smtClean="0">
              <a:latin typeface="Times New Roman" panose="02020603050405020304" pitchFamily="18" charset="0"/>
              <a:cs typeface="Times New Roman" panose="02020603050405020304" pitchFamily="18" charset="0"/>
            </a:rPr>
            <a:t>tưởng</a:t>
          </a:r>
          <a:endParaRPr lang="en-US" sz="2800" dirty="0">
            <a:latin typeface="Times New Roman" panose="02020603050405020304" pitchFamily="18" charset="0"/>
            <a:cs typeface="Times New Roman" panose="02020603050405020304" pitchFamily="18" charset="0"/>
          </a:endParaRPr>
        </a:p>
      </dgm:t>
    </dgm:pt>
    <dgm:pt modelId="{5D5A284E-57BF-428B-B8E9-E2BC3E625477}" type="parTrans" cxnId="{EF17F68B-8D4C-4E2A-AC3E-6EE7C2662495}">
      <dgm:prSet/>
      <dgm:spPr/>
      <dgm:t>
        <a:bodyPr/>
        <a:lstStyle/>
        <a:p>
          <a:endParaRPr lang="en-US" sz="2800">
            <a:latin typeface="Times New Roman" panose="02020603050405020304" pitchFamily="18" charset="0"/>
            <a:cs typeface="Times New Roman" panose="02020603050405020304" pitchFamily="18" charset="0"/>
          </a:endParaRPr>
        </a:p>
      </dgm:t>
    </dgm:pt>
    <dgm:pt modelId="{EABE8EC3-8F76-4D60-8B3F-136C910FA9B7}" type="sibTrans" cxnId="{EF17F68B-8D4C-4E2A-AC3E-6EE7C2662495}">
      <dgm:prSet/>
      <dgm:spPr/>
      <dgm:t>
        <a:bodyPr/>
        <a:lstStyle/>
        <a:p>
          <a:endParaRPr lang="en-US" sz="2800">
            <a:latin typeface="Times New Roman" panose="02020603050405020304" pitchFamily="18" charset="0"/>
            <a:cs typeface="Times New Roman" panose="02020603050405020304" pitchFamily="18" charset="0"/>
          </a:endParaRPr>
        </a:p>
      </dgm:t>
    </dgm:pt>
    <dgm:pt modelId="{5A9A6E93-7C28-4BE8-BF6A-2ACB380BB8F8}">
      <dgm:prSet phldrT="[Text]" custT="1"/>
      <dgm:spPr/>
      <dgm:t>
        <a:bodyPr/>
        <a:lstStyle/>
        <a:p>
          <a:r>
            <a:rPr lang="en-US" sz="2800" dirty="0" smtClean="0">
              <a:latin typeface="Times New Roman" panose="02020603050405020304" pitchFamily="18" charset="0"/>
              <a:cs typeface="Times New Roman" panose="02020603050405020304" pitchFamily="18" charset="0"/>
            </a:rPr>
            <a:t>Demo – </a:t>
          </a:r>
          <a:r>
            <a:rPr lang="en-US" sz="2800" dirty="0" err="1" smtClean="0">
              <a:latin typeface="Times New Roman" panose="02020603050405020304" pitchFamily="18" charset="0"/>
              <a:cs typeface="Times New Roman" panose="02020603050405020304" pitchFamily="18" charset="0"/>
            </a:rPr>
            <a:t>Kết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luận</a:t>
          </a:r>
          <a:endParaRPr lang="en-US" sz="2800" dirty="0">
            <a:latin typeface="Times New Roman" panose="02020603050405020304" pitchFamily="18" charset="0"/>
            <a:cs typeface="Times New Roman" panose="02020603050405020304" pitchFamily="18" charset="0"/>
          </a:endParaRPr>
        </a:p>
      </dgm:t>
    </dgm:pt>
    <dgm:pt modelId="{DFAF8D98-4606-41DE-9765-3F48F7C75750}" type="parTrans" cxnId="{35CF3BEE-3FD6-4930-9E33-399608162834}">
      <dgm:prSet/>
      <dgm:spPr/>
      <dgm:t>
        <a:bodyPr/>
        <a:lstStyle/>
        <a:p>
          <a:endParaRPr lang="en-US" sz="2800">
            <a:latin typeface="Times New Roman" panose="02020603050405020304" pitchFamily="18" charset="0"/>
            <a:cs typeface="Times New Roman" panose="02020603050405020304" pitchFamily="18" charset="0"/>
          </a:endParaRPr>
        </a:p>
      </dgm:t>
    </dgm:pt>
    <dgm:pt modelId="{29B9458E-F00E-41A9-BA1F-09CC360F26ED}" type="sibTrans" cxnId="{35CF3BEE-3FD6-4930-9E33-399608162834}">
      <dgm:prSet/>
      <dgm:spPr/>
      <dgm:t>
        <a:bodyPr/>
        <a:lstStyle/>
        <a:p>
          <a:endParaRPr lang="en-US" sz="2800">
            <a:latin typeface="Times New Roman" panose="02020603050405020304" pitchFamily="18" charset="0"/>
            <a:cs typeface="Times New Roman" panose="02020603050405020304" pitchFamily="18" charset="0"/>
          </a:endParaRPr>
        </a:p>
      </dgm:t>
    </dgm:pt>
    <dgm:pt modelId="{12DA2A34-CD63-461E-94EB-59E271EECAEC}" type="pres">
      <dgm:prSet presAssocID="{387E6755-1D16-4810-B756-E812BBE10601}" presName="cycleMatrixDiagram" presStyleCnt="0">
        <dgm:presLayoutVars>
          <dgm:chMax val="1"/>
          <dgm:dir/>
          <dgm:animLvl val="lvl"/>
          <dgm:resizeHandles val="exact"/>
        </dgm:presLayoutVars>
      </dgm:prSet>
      <dgm:spPr/>
      <dgm:t>
        <a:bodyPr/>
        <a:lstStyle/>
        <a:p>
          <a:endParaRPr lang="en-US"/>
        </a:p>
      </dgm:t>
    </dgm:pt>
    <dgm:pt modelId="{9AB063DE-E0F3-4D8B-B354-7C4D74313C0E}" type="pres">
      <dgm:prSet presAssocID="{387E6755-1D16-4810-B756-E812BBE10601}" presName="children" presStyleCnt="0"/>
      <dgm:spPr/>
    </dgm:pt>
    <dgm:pt modelId="{9A334F1E-5D66-4D03-9462-102D989B9ADE}" type="pres">
      <dgm:prSet presAssocID="{387E6755-1D16-4810-B756-E812BBE10601}" presName="childPlaceholder" presStyleCnt="0"/>
      <dgm:spPr/>
    </dgm:pt>
    <dgm:pt modelId="{B8D75342-2B11-43D5-9079-2AAE81743D22}" type="pres">
      <dgm:prSet presAssocID="{387E6755-1D16-4810-B756-E812BBE10601}" presName="circle" presStyleCnt="0"/>
      <dgm:spPr/>
    </dgm:pt>
    <dgm:pt modelId="{B8942FE1-4A56-4D0A-9A22-76ED5B32E5E8}" type="pres">
      <dgm:prSet presAssocID="{387E6755-1D16-4810-B756-E812BBE10601}" presName="quadrant1" presStyleLbl="node1" presStyleIdx="0" presStyleCnt="4">
        <dgm:presLayoutVars>
          <dgm:chMax val="1"/>
          <dgm:bulletEnabled val="1"/>
        </dgm:presLayoutVars>
      </dgm:prSet>
      <dgm:spPr/>
      <dgm:t>
        <a:bodyPr/>
        <a:lstStyle/>
        <a:p>
          <a:endParaRPr lang="en-US"/>
        </a:p>
      </dgm:t>
    </dgm:pt>
    <dgm:pt modelId="{1D7816C4-C032-4804-8A18-36D3675A27C5}" type="pres">
      <dgm:prSet presAssocID="{387E6755-1D16-4810-B756-E812BBE10601}" presName="quadrant2" presStyleLbl="node1" presStyleIdx="1" presStyleCnt="4">
        <dgm:presLayoutVars>
          <dgm:chMax val="1"/>
          <dgm:bulletEnabled val="1"/>
        </dgm:presLayoutVars>
      </dgm:prSet>
      <dgm:spPr/>
      <dgm:t>
        <a:bodyPr/>
        <a:lstStyle/>
        <a:p>
          <a:endParaRPr lang="en-US"/>
        </a:p>
      </dgm:t>
    </dgm:pt>
    <dgm:pt modelId="{45782053-6A67-4984-A9BC-77FF3DB0C8D5}" type="pres">
      <dgm:prSet presAssocID="{387E6755-1D16-4810-B756-E812BBE10601}" presName="quadrant3" presStyleLbl="node1" presStyleIdx="2" presStyleCnt="4">
        <dgm:presLayoutVars>
          <dgm:chMax val="1"/>
          <dgm:bulletEnabled val="1"/>
        </dgm:presLayoutVars>
      </dgm:prSet>
      <dgm:spPr/>
      <dgm:t>
        <a:bodyPr/>
        <a:lstStyle/>
        <a:p>
          <a:endParaRPr lang="en-US"/>
        </a:p>
      </dgm:t>
    </dgm:pt>
    <dgm:pt modelId="{A5D4C79B-2ECD-4366-A63D-695C865D9B76}" type="pres">
      <dgm:prSet presAssocID="{387E6755-1D16-4810-B756-E812BBE10601}" presName="quadrant4" presStyleLbl="node1" presStyleIdx="3" presStyleCnt="4">
        <dgm:presLayoutVars>
          <dgm:chMax val="1"/>
          <dgm:bulletEnabled val="1"/>
        </dgm:presLayoutVars>
      </dgm:prSet>
      <dgm:spPr/>
      <dgm:t>
        <a:bodyPr/>
        <a:lstStyle/>
        <a:p>
          <a:endParaRPr lang="en-US"/>
        </a:p>
      </dgm:t>
    </dgm:pt>
    <dgm:pt modelId="{0C35054D-E2DA-4CFC-8CD3-236E3295826F}" type="pres">
      <dgm:prSet presAssocID="{387E6755-1D16-4810-B756-E812BBE10601}" presName="quadrantPlaceholder" presStyleCnt="0"/>
      <dgm:spPr/>
    </dgm:pt>
    <dgm:pt modelId="{BB45D64E-C999-46E2-A574-541F3B77BAB2}" type="pres">
      <dgm:prSet presAssocID="{387E6755-1D16-4810-B756-E812BBE10601}" presName="center1" presStyleLbl="fgShp" presStyleIdx="0" presStyleCnt="2"/>
      <dgm:spPr/>
    </dgm:pt>
    <dgm:pt modelId="{D3A5711E-C423-4296-9DFA-8019B70077F7}" type="pres">
      <dgm:prSet presAssocID="{387E6755-1D16-4810-B756-E812BBE10601}" presName="center2" presStyleLbl="fgShp" presStyleIdx="1" presStyleCnt="2"/>
      <dgm:spPr/>
    </dgm:pt>
  </dgm:ptLst>
  <dgm:cxnLst>
    <dgm:cxn modelId="{EF17F68B-8D4C-4E2A-AC3E-6EE7C2662495}" srcId="{387E6755-1D16-4810-B756-E812BBE10601}" destId="{A2B2977C-3075-4D08-88C7-56092AF47110}" srcOrd="2" destOrd="0" parTransId="{5D5A284E-57BF-428B-B8E9-E2BC3E625477}" sibTransId="{EABE8EC3-8F76-4D60-8B3F-136C910FA9B7}"/>
    <dgm:cxn modelId="{35CF3BEE-3FD6-4930-9E33-399608162834}" srcId="{387E6755-1D16-4810-B756-E812BBE10601}" destId="{5A9A6E93-7C28-4BE8-BF6A-2ACB380BB8F8}" srcOrd="3" destOrd="0" parTransId="{DFAF8D98-4606-41DE-9765-3F48F7C75750}" sibTransId="{29B9458E-F00E-41A9-BA1F-09CC360F26ED}"/>
    <dgm:cxn modelId="{A18D1F8C-AC13-45C9-AF00-9FD9ED8A0897}" type="presOf" srcId="{8D4FE27B-6D92-42FD-8164-3E937C1E65BA}" destId="{1D7816C4-C032-4804-8A18-36D3675A27C5}" srcOrd="0" destOrd="0" presId="urn:microsoft.com/office/officeart/2005/8/layout/cycle4"/>
    <dgm:cxn modelId="{B461C046-C669-496F-9B56-59B45DCC8B3C}" type="presOf" srcId="{5A9A6E93-7C28-4BE8-BF6A-2ACB380BB8F8}" destId="{A5D4C79B-2ECD-4366-A63D-695C865D9B76}" srcOrd="0" destOrd="0" presId="urn:microsoft.com/office/officeart/2005/8/layout/cycle4"/>
    <dgm:cxn modelId="{FCF4BFAA-D10E-4AA6-A37A-536D853BC610}" type="presOf" srcId="{A2B2977C-3075-4D08-88C7-56092AF47110}" destId="{45782053-6A67-4984-A9BC-77FF3DB0C8D5}" srcOrd="0" destOrd="0" presId="urn:microsoft.com/office/officeart/2005/8/layout/cycle4"/>
    <dgm:cxn modelId="{33D9A74E-BE71-4BCD-A5DB-08A181CC1A2C}" type="presOf" srcId="{387E6755-1D16-4810-B756-E812BBE10601}" destId="{12DA2A34-CD63-461E-94EB-59E271EECAEC}" srcOrd="0" destOrd="0" presId="urn:microsoft.com/office/officeart/2005/8/layout/cycle4"/>
    <dgm:cxn modelId="{06381EE8-D32C-4856-AEC8-FA5AA8D96C2E}" srcId="{387E6755-1D16-4810-B756-E812BBE10601}" destId="{8D4FE27B-6D92-42FD-8164-3E937C1E65BA}" srcOrd="1" destOrd="0" parTransId="{8D36B36F-EA7A-4D99-9DCD-EA3F2FEA6D37}" sibTransId="{A3D89C7F-83A0-45D6-A2AF-3B69A623A543}"/>
    <dgm:cxn modelId="{BACFC396-888C-4186-82DA-1A7E229D892E}" srcId="{387E6755-1D16-4810-B756-E812BBE10601}" destId="{EA129BAD-7131-4C40-8AE0-B450452AF72D}" srcOrd="0" destOrd="0" parTransId="{AB24FA00-35AE-467C-890E-E9AEF005169A}" sibTransId="{6064DD05-89F0-42B3-8092-188856CCC0FE}"/>
    <dgm:cxn modelId="{44931A45-51F9-4C7C-A30C-6F886C2334D3}" type="presOf" srcId="{EA129BAD-7131-4C40-8AE0-B450452AF72D}" destId="{B8942FE1-4A56-4D0A-9A22-76ED5B32E5E8}" srcOrd="0" destOrd="0" presId="urn:microsoft.com/office/officeart/2005/8/layout/cycle4"/>
    <dgm:cxn modelId="{A51CD6E0-AAFD-47FC-842F-B6AFF61BD6B8}" type="presParOf" srcId="{12DA2A34-CD63-461E-94EB-59E271EECAEC}" destId="{9AB063DE-E0F3-4D8B-B354-7C4D74313C0E}" srcOrd="0" destOrd="0" presId="urn:microsoft.com/office/officeart/2005/8/layout/cycle4"/>
    <dgm:cxn modelId="{7A046798-D6F6-4E9D-A043-EA91595B6241}" type="presParOf" srcId="{9AB063DE-E0F3-4D8B-B354-7C4D74313C0E}" destId="{9A334F1E-5D66-4D03-9462-102D989B9ADE}" srcOrd="0" destOrd="0" presId="urn:microsoft.com/office/officeart/2005/8/layout/cycle4"/>
    <dgm:cxn modelId="{8C06EC7D-0F3B-4C5E-B63C-36D13D705747}" type="presParOf" srcId="{12DA2A34-CD63-461E-94EB-59E271EECAEC}" destId="{B8D75342-2B11-43D5-9079-2AAE81743D22}" srcOrd="1" destOrd="0" presId="urn:microsoft.com/office/officeart/2005/8/layout/cycle4"/>
    <dgm:cxn modelId="{F73D69F3-BBDE-4B09-A4E4-A8E5C54D168A}" type="presParOf" srcId="{B8D75342-2B11-43D5-9079-2AAE81743D22}" destId="{B8942FE1-4A56-4D0A-9A22-76ED5B32E5E8}" srcOrd="0" destOrd="0" presId="urn:microsoft.com/office/officeart/2005/8/layout/cycle4"/>
    <dgm:cxn modelId="{379BEC2B-2529-4921-9BC1-3A7BFD78D480}" type="presParOf" srcId="{B8D75342-2B11-43D5-9079-2AAE81743D22}" destId="{1D7816C4-C032-4804-8A18-36D3675A27C5}" srcOrd="1" destOrd="0" presId="urn:microsoft.com/office/officeart/2005/8/layout/cycle4"/>
    <dgm:cxn modelId="{C8F60D12-F39C-4A1D-970B-26400F6672EE}" type="presParOf" srcId="{B8D75342-2B11-43D5-9079-2AAE81743D22}" destId="{45782053-6A67-4984-A9BC-77FF3DB0C8D5}" srcOrd="2" destOrd="0" presId="urn:microsoft.com/office/officeart/2005/8/layout/cycle4"/>
    <dgm:cxn modelId="{1542D332-0EB7-4713-B2B6-4E4A2A0B26C8}" type="presParOf" srcId="{B8D75342-2B11-43D5-9079-2AAE81743D22}" destId="{A5D4C79B-2ECD-4366-A63D-695C865D9B76}" srcOrd="3" destOrd="0" presId="urn:microsoft.com/office/officeart/2005/8/layout/cycle4"/>
    <dgm:cxn modelId="{E48CDE57-F02E-4B62-83C6-C328CCFD465C}" type="presParOf" srcId="{B8D75342-2B11-43D5-9079-2AAE81743D22}" destId="{0C35054D-E2DA-4CFC-8CD3-236E3295826F}" srcOrd="4" destOrd="0" presId="urn:microsoft.com/office/officeart/2005/8/layout/cycle4"/>
    <dgm:cxn modelId="{76062D2F-1894-438B-A9A5-8402D392C18D}" type="presParOf" srcId="{12DA2A34-CD63-461E-94EB-59E271EECAEC}" destId="{BB45D64E-C999-46E2-A574-541F3B77BAB2}" srcOrd="2" destOrd="0" presId="urn:microsoft.com/office/officeart/2005/8/layout/cycle4"/>
    <dgm:cxn modelId="{5B1D8F13-8398-4ABE-809F-4668127AE39B}" type="presParOf" srcId="{12DA2A34-CD63-461E-94EB-59E271EECAEC}" destId="{D3A5711E-C423-4296-9DFA-8019B70077F7}"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7EAD23-A5A1-485C-8BC0-D8DF3CEF000E}"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2BA502F6-4922-493C-976C-33807788663B}">
      <dgm:prSet custT="1"/>
      <dgm:spPr/>
      <dgm:t>
        <a:bodyPr/>
        <a:lstStyle/>
        <a:p>
          <a:r>
            <a:rPr lang="en-US" sz="1600" smtClean="0">
              <a:solidFill>
                <a:schemeClr val="tx1"/>
              </a:solidFill>
              <a:latin typeface="Times New Roman" panose="02020603050405020304" pitchFamily="18" charset="0"/>
              <a:cs typeface="Times New Roman" panose="02020603050405020304" pitchFamily="18" charset="0"/>
            </a:rPr>
            <a:t>Học tập</a:t>
          </a:r>
          <a:endParaRPr lang="en-US" sz="1600">
            <a:solidFill>
              <a:schemeClr val="tx1"/>
            </a:solidFill>
            <a:latin typeface="Times New Roman" panose="02020603050405020304" pitchFamily="18" charset="0"/>
            <a:cs typeface="Times New Roman" panose="02020603050405020304" pitchFamily="18" charset="0"/>
          </a:endParaRPr>
        </a:p>
      </dgm:t>
    </dgm:pt>
    <dgm:pt modelId="{8DAE400F-6FAE-49F2-B123-4E082EA082EC}" type="parTrans" cxnId="{36978C04-74B0-47D8-ADFB-0AFF2D11061F}">
      <dgm:prSet/>
      <dgm:spPr/>
      <dgm:t>
        <a:bodyPr/>
        <a:lstStyle/>
        <a:p>
          <a:endParaRPr lang="en-US" sz="1600">
            <a:latin typeface="Times New Roman" panose="02020603050405020304" pitchFamily="18" charset="0"/>
            <a:cs typeface="Times New Roman" panose="02020603050405020304" pitchFamily="18" charset="0"/>
          </a:endParaRPr>
        </a:p>
      </dgm:t>
    </dgm:pt>
    <dgm:pt modelId="{E4C44662-383F-496E-9865-7B7A8E6D5541}" type="sibTrans" cxnId="{36978C04-74B0-47D8-ADFB-0AFF2D11061F}">
      <dgm:prSet/>
      <dgm:spPr>
        <a:blipFill>
          <a:blip xmlns:r="http://schemas.openxmlformats.org/officeDocument/2006/relationships" r:embed="rId1" cstate="email">
            <a:extLst>
              <a:ext uri="{28A0092B-C50C-407E-A947-70E740481C1C}">
                <a14:useLocalDpi xmlns:a14="http://schemas.microsoft.com/office/drawing/2010/main" val="0"/>
              </a:ext>
            </a:extLst>
          </a:blip>
          <a:srcRect/>
          <a:stretch>
            <a:fillRect/>
          </a:stretch>
        </a:blipFill>
      </dgm:spPr>
      <dgm:t>
        <a:bodyPr/>
        <a:lstStyle/>
        <a:p>
          <a:endParaRPr lang="en-US" sz="1600">
            <a:latin typeface="Times New Roman" panose="02020603050405020304" pitchFamily="18" charset="0"/>
            <a:cs typeface="Times New Roman" panose="02020603050405020304" pitchFamily="18" charset="0"/>
          </a:endParaRPr>
        </a:p>
      </dgm:t>
    </dgm:pt>
    <dgm:pt modelId="{1A91189C-CD4D-4C4E-87E8-8BF14106B927}">
      <dgm:prSet phldrT="[Text]" custT="1"/>
      <dgm:spPr/>
      <dgm:t>
        <a:bodyPr/>
        <a:lstStyle/>
        <a:p>
          <a:r>
            <a:rPr lang="en-US" sz="1600" smtClean="0">
              <a:latin typeface="Times New Roman" panose="02020603050405020304" pitchFamily="18" charset="0"/>
              <a:cs typeface="Times New Roman" panose="02020603050405020304" pitchFamily="18" charset="0"/>
            </a:rPr>
            <a:t>Chơi cùng nhau</a:t>
          </a:r>
          <a:endParaRPr lang="en-US" sz="1600">
            <a:latin typeface="Times New Roman" panose="02020603050405020304" pitchFamily="18" charset="0"/>
            <a:cs typeface="Times New Roman" panose="02020603050405020304" pitchFamily="18" charset="0"/>
          </a:endParaRPr>
        </a:p>
      </dgm:t>
    </dgm:pt>
    <dgm:pt modelId="{0D83217B-498A-4AEF-8E26-E143315158A5}" type="parTrans" cxnId="{2EBAF9DB-E37D-4AA4-AE5A-401B771C7925}">
      <dgm:prSet/>
      <dgm:spPr/>
      <dgm:t>
        <a:bodyPr/>
        <a:lstStyle/>
        <a:p>
          <a:endParaRPr lang="en-US" sz="1600">
            <a:latin typeface="Times New Roman" panose="02020603050405020304" pitchFamily="18" charset="0"/>
            <a:cs typeface="Times New Roman" panose="02020603050405020304" pitchFamily="18" charset="0"/>
          </a:endParaRPr>
        </a:p>
      </dgm:t>
    </dgm:pt>
    <dgm:pt modelId="{548CBC93-6289-44B6-B4F4-809053D24338}" type="sibTrans" cxnId="{2EBAF9DB-E37D-4AA4-AE5A-401B771C7925}">
      <dgm:prSet/>
      <dgm:spPr>
        <a:blipFill>
          <a:blip xmlns:r="http://schemas.openxmlformats.org/officeDocument/2006/relationships" r:embed="rId2" cstate="email">
            <a:extLst>
              <a:ext uri="{28A0092B-C50C-407E-A947-70E740481C1C}">
                <a14:useLocalDpi xmlns:a14="http://schemas.microsoft.com/office/drawing/2010/main" val="0"/>
              </a:ext>
            </a:extLst>
          </a:blip>
          <a:srcRect/>
          <a:stretch>
            <a:fillRect/>
          </a:stretch>
        </a:blipFill>
      </dgm:spPr>
      <dgm:t>
        <a:bodyPr/>
        <a:lstStyle/>
        <a:p>
          <a:endParaRPr lang="en-US" sz="1600">
            <a:latin typeface="Times New Roman" panose="02020603050405020304" pitchFamily="18" charset="0"/>
            <a:cs typeface="Times New Roman" panose="02020603050405020304" pitchFamily="18" charset="0"/>
          </a:endParaRPr>
        </a:p>
      </dgm:t>
    </dgm:pt>
    <dgm:pt modelId="{303DAAE4-77B4-4C0E-8026-510C8F38515F}">
      <dgm:prSet phldrT="[Text]" custT="1"/>
      <dgm:spPr/>
      <dgm:t>
        <a:bodyPr/>
        <a:lstStyle/>
        <a:p>
          <a:r>
            <a:rPr lang="en-US" sz="1600" smtClean="0">
              <a:latin typeface="Times New Roman" panose="02020603050405020304" pitchFamily="18" charset="0"/>
              <a:cs typeface="Times New Roman" panose="02020603050405020304" pitchFamily="18" charset="0"/>
            </a:rPr>
            <a:t>Giải trí</a:t>
          </a:r>
          <a:endParaRPr lang="en-US" sz="1600">
            <a:latin typeface="Times New Roman" panose="02020603050405020304" pitchFamily="18" charset="0"/>
            <a:cs typeface="Times New Roman" panose="02020603050405020304" pitchFamily="18" charset="0"/>
          </a:endParaRPr>
        </a:p>
      </dgm:t>
    </dgm:pt>
    <dgm:pt modelId="{C6E7C2F3-2E89-4E1C-AB73-7BD9C095F274}" type="parTrans" cxnId="{9DA1D3A9-1E16-4636-A8C7-5B364A63DE2D}">
      <dgm:prSet/>
      <dgm:spPr/>
      <dgm:t>
        <a:bodyPr/>
        <a:lstStyle/>
        <a:p>
          <a:endParaRPr lang="en-US" sz="1600">
            <a:latin typeface="Times New Roman" panose="02020603050405020304" pitchFamily="18" charset="0"/>
            <a:cs typeface="Times New Roman" panose="02020603050405020304" pitchFamily="18" charset="0"/>
          </a:endParaRPr>
        </a:p>
      </dgm:t>
    </dgm:pt>
    <dgm:pt modelId="{F4E38B03-157D-4DF4-925E-7DE818387505}" type="sibTrans" cxnId="{9DA1D3A9-1E16-4636-A8C7-5B364A63DE2D}">
      <dgm:prSet/>
      <dgm:spPr>
        <a:blipFill>
          <a:blip xmlns:r="http://schemas.openxmlformats.org/officeDocument/2006/relationships" r:embed="rId3" cstate="email">
            <a:extLst>
              <a:ext uri="{28A0092B-C50C-407E-A947-70E740481C1C}">
                <a14:useLocalDpi xmlns:a14="http://schemas.microsoft.com/office/drawing/2010/main" val="0"/>
              </a:ext>
            </a:extLst>
          </a:blip>
          <a:srcRect/>
          <a:stretch>
            <a:fillRect/>
          </a:stretch>
        </a:blipFill>
      </dgm:spPr>
      <dgm:t>
        <a:bodyPr/>
        <a:lstStyle/>
        <a:p>
          <a:endParaRPr lang="en-US" sz="1600">
            <a:latin typeface="Times New Roman" panose="02020603050405020304" pitchFamily="18" charset="0"/>
            <a:cs typeface="Times New Roman" panose="02020603050405020304" pitchFamily="18" charset="0"/>
          </a:endParaRPr>
        </a:p>
      </dgm:t>
    </dgm:pt>
    <dgm:pt modelId="{46B9C1C7-817C-4F56-A97E-D5DD92CC90F1}">
      <dgm:prSet phldrT="[Text]" custT="1"/>
      <dgm:spPr/>
      <dgm:t>
        <a:bodyPr/>
        <a:lstStyle/>
        <a:p>
          <a:r>
            <a:rPr lang="en-US" sz="1600" smtClean="0">
              <a:latin typeface="Times New Roman" panose="02020603050405020304" pitchFamily="18" charset="0"/>
              <a:cs typeface="Times New Roman" panose="02020603050405020304" pitchFamily="18" charset="0"/>
            </a:rPr>
            <a:t>Hoạt động xã hội</a:t>
          </a:r>
          <a:endParaRPr lang="en-US" sz="1600">
            <a:latin typeface="Times New Roman" panose="02020603050405020304" pitchFamily="18" charset="0"/>
            <a:cs typeface="Times New Roman" panose="02020603050405020304" pitchFamily="18" charset="0"/>
          </a:endParaRPr>
        </a:p>
      </dgm:t>
    </dgm:pt>
    <dgm:pt modelId="{D19FAA75-60D7-4FA7-A01E-731B6E562F52}" type="sibTrans" cxnId="{978BAA29-AABF-4FD5-B4C8-9015B88399C5}">
      <dgm:prSet/>
      <dgm:spPr>
        <a:blipFill>
          <a:blip xmlns:r="http://schemas.openxmlformats.org/officeDocument/2006/relationships" r:embed="rId4" cstate="email">
            <a:extLst>
              <a:ext uri="{28A0092B-C50C-407E-A947-70E740481C1C}">
                <a14:useLocalDpi xmlns:a14="http://schemas.microsoft.com/office/drawing/2010/main" val="0"/>
              </a:ext>
            </a:extLst>
          </a:blip>
          <a:srcRect/>
          <a:stretch>
            <a:fillRect/>
          </a:stretch>
        </a:blipFill>
      </dgm:spPr>
      <dgm:t>
        <a:bodyPr/>
        <a:lstStyle/>
        <a:p>
          <a:endParaRPr lang="en-US" sz="1600">
            <a:latin typeface="Times New Roman" panose="02020603050405020304" pitchFamily="18" charset="0"/>
            <a:cs typeface="Times New Roman" panose="02020603050405020304" pitchFamily="18" charset="0"/>
          </a:endParaRPr>
        </a:p>
      </dgm:t>
    </dgm:pt>
    <dgm:pt modelId="{0B80DE77-F0A3-4C9D-A816-3B3B494E5E4E}" type="parTrans" cxnId="{978BAA29-AABF-4FD5-B4C8-9015B88399C5}">
      <dgm:prSet/>
      <dgm:spPr/>
      <dgm:t>
        <a:bodyPr/>
        <a:lstStyle/>
        <a:p>
          <a:endParaRPr lang="en-US" sz="1600">
            <a:latin typeface="Times New Roman" panose="02020603050405020304" pitchFamily="18" charset="0"/>
            <a:cs typeface="Times New Roman" panose="02020603050405020304" pitchFamily="18" charset="0"/>
          </a:endParaRPr>
        </a:p>
      </dgm:t>
    </dgm:pt>
    <dgm:pt modelId="{3F9F3560-D020-4E12-8418-0C5631A3781D}" type="pres">
      <dgm:prSet presAssocID="{6B7EAD23-A5A1-485C-8BC0-D8DF3CEF000E}" presName="Name0" presStyleCnt="0">
        <dgm:presLayoutVars>
          <dgm:chMax val="7"/>
          <dgm:chPref val="7"/>
          <dgm:dir/>
        </dgm:presLayoutVars>
      </dgm:prSet>
      <dgm:spPr/>
      <dgm:t>
        <a:bodyPr/>
        <a:lstStyle/>
        <a:p>
          <a:endParaRPr lang="en-US"/>
        </a:p>
      </dgm:t>
    </dgm:pt>
    <dgm:pt modelId="{F955BA77-B914-4D32-8CC8-A5A69E7E2393}" type="pres">
      <dgm:prSet presAssocID="{6B7EAD23-A5A1-485C-8BC0-D8DF3CEF000E}" presName="Name1" presStyleCnt="0"/>
      <dgm:spPr/>
    </dgm:pt>
    <dgm:pt modelId="{1FF6BE71-B0B9-4DD2-8062-03D48D57FA14}" type="pres">
      <dgm:prSet presAssocID="{E4C44662-383F-496E-9865-7B7A8E6D5541}" presName="picture_1" presStyleCnt="0"/>
      <dgm:spPr/>
    </dgm:pt>
    <dgm:pt modelId="{E471292B-4BFC-4F6A-9651-8671AF697F84}" type="pres">
      <dgm:prSet presAssocID="{E4C44662-383F-496E-9865-7B7A8E6D5541}" presName="pictureRepeatNode" presStyleLbl="alignImgPlace1" presStyleIdx="0" presStyleCnt="4" custScaleX="82484" custScaleY="83014"/>
      <dgm:spPr/>
      <dgm:t>
        <a:bodyPr/>
        <a:lstStyle/>
        <a:p>
          <a:endParaRPr lang="en-US"/>
        </a:p>
      </dgm:t>
    </dgm:pt>
    <dgm:pt modelId="{8CF63374-94D8-49AA-9C1D-A3070EE43D21}" type="pres">
      <dgm:prSet presAssocID="{2BA502F6-4922-493C-976C-33807788663B}" presName="text_1" presStyleLbl="node1" presStyleIdx="0" presStyleCnt="0">
        <dgm:presLayoutVars>
          <dgm:bulletEnabled val="1"/>
        </dgm:presLayoutVars>
      </dgm:prSet>
      <dgm:spPr/>
      <dgm:t>
        <a:bodyPr/>
        <a:lstStyle/>
        <a:p>
          <a:endParaRPr lang="en-US"/>
        </a:p>
      </dgm:t>
    </dgm:pt>
    <dgm:pt modelId="{26CA9479-7F32-4308-9C02-4251503522C0}" type="pres">
      <dgm:prSet presAssocID="{548CBC93-6289-44B6-B4F4-809053D24338}" presName="picture_2" presStyleCnt="0"/>
      <dgm:spPr/>
    </dgm:pt>
    <dgm:pt modelId="{4ACDFFB2-F03E-4512-9EDF-EB44EBBFC49B}" type="pres">
      <dgm:prSet presAssocID="{548CBC93-6289-44B6-B4F4-809053D24338}" presName="pictureRepeatNode" presStyleLbl="alignImgPlace1" presStyleIdx="1" presStyleCnt="4" custLinFactNeighborX="-33718"/>
      <dgm:spPr/>
      <dgm:t>
        <a:bodyPr/>
        <a:lstStyle/>
        <a:p>
          <a:endParaRPr lang="en-US"/>
        </a:p>
      </dgm:t>
    </dgm:pt>
    <dgm:pt modelId="{2B68BFC6-9ADB-4772-A217-4A85FE513472}" type="pres">
      <dgm:prSet presAssocID="{1A91189C-CD4D-4C4E-87E8-8BF14106B927}" presName="line_2" presStyleLbl="parChTrans1D1" presStyleIdx="0" presStyleCnt="3"/>
      <dgm:spPr/>
    </dgm:pt>
    <dgm:pt modelId="{97241A93-664F-4685-BCFF-1383BF0CFE85}" type="pres">
      <dgm:prSet presAssocID="{1A91189C-CD4D-4C4E-87E8-8BF14106B927}" presName="textparent_2" presStyleLbl="node1" presStyleIdx="0" presStyleCnt="0"/>
      <dgm:spPr/>
    </dgm:pt>
    <dgm:pt modelId="{7CDF97A4-24D7-4683-B3D9-E66555FB049A}" type="pres">
      <dgm:prSet presAssocID="{1A91189C-CD4D-4C4E-87E8-8BF14106B927}" presName="text_2" presStyleLbl="revTx" presStyleIdx="0" presStyleCnt="3">
        <dgm:presLayoutVars>
          <dgm:bulletEnabled val="1"/>
        </dgm:presLayoutVars>
      </dgm:prSet>
      <dgm:spPr/>
      <dgm:t>
        <a:bodyPr/>
        <a:lstStyle/>
        <a:p>
          <a:endParaRPr lang="en-US"/>
        </a:p>
      </dgm:t>
    </dgm:pt>
    <dgm:pt modelId="{90ACFC8C-6888-421B-B250-575F97585C28}" type="pres">
      <dgm:prSet presAssocID="{D19FAA75-60D7-4FA7-A01E-731B6E562F52}" presName="picture_3" presStyleCnt="0"/>
      <dgm:spPr/>
    </dgm:pt>
    <dgm:pt modelId="{F209BBD3-AA14-472A-896E-FB363F88DD86}" type="pres">
      <dgm:prSet presAssocID="{D19FAA75-60D7-4FA7-A01E-731B6E562F52}" presName="pictureRepeatNode" presStyleLbl="alignImgPlace1" presStyleIdx="2" presStyleCnt="4" custLinFactNeighborX="-14087"/>
      <dgm:spPr/>
      <dgm:t>
        <a:bodyPr/>
        <a:lstStyle/>
        <a:p>
          <a:endParaRPr lang="en-US"/>
        </a:p>
      </dgm:t>
    </dgm:pt>
    <dgm:pt modelId="{68B56550-CCE5-444E-9E78-825E41AA4A09}" type="pres">
      <dgm:prSet presAssocID="{46B9C1C7-817C-4F56-A97E-D5DD92CC90F1}" presName="line_3" presStyleLbl="parChTrans1D1" presStyleIdx="1" presStyleCnt="3"/>
      <dgm:spPr/>
    </dgm:pt>
    <dgm:pt modelId="{6AAAE73E-A8AB-44BF-A1B8-59118F25CEFB}" type="pres">
      <dgm:prSet presAssocID="{46B9C1C7-817C-4F56-A97E-D5DD92CC90F1}" presName="textparent_3" presStyleLbl="node1" presStyleIdx="0" presStyleCnt="0"/>
      <dgm:spPr/>
    </dgm:pt>
    <dgm:pt modelId="{C84FC5F2-D986-4F68-8217-1B84218873E3}" type="pres">
      <dgm:prSet presAssocID="{46B9C1C7-817C-4F56-A97E-D5DD92CC90F1}" presName="text_3" presStyleLbl="revTx" presStyleIdx="1" presStyleCnt="3">
        <dgm:presLayoutVars>
          <dgm:bulletEnabled val="1"/>
        </dgm:presLayoutVars>
      </dgm:prSet>
      <dgm:spPr/>
      <dgm:t>
        <a:bodyPr/>
        <a:lstStyle/>
        <a:p>
          <a:endParaRPr lang="en-US"/>
        </a:p>
      </dgm:t>
    </dgm:pt>
    <dgm:pt modelId="{99FB41EB-41D9-4E9F-B2F3-732AB2DC70CC}" type="pres">
      <dgm:prSet presAssocID="{F4E38B03-157D-4DF4-925E-7DE818387505}" presName="picture_4" presStyleCnt="0"/>
      <dgm:spPr/>
    </dgm:pt>
    <dgm:pt modelId="{DCBF496A-D6AB-4721-AE58-E884628CA058}" type="pres">
      <dgm:prSet presAssocID="{F4E38B03-157D-4DF4-925E-7DE818387505}" presName="pictureRepeatNode" presStyleLbl="alignImgPlace1" presStyleIdx="3" presStyleCnt="4" custScaleX="126867" custScaleY="133333" custLinFactNeighborX="-20285"/>
      <dgm:spPr/>
      <dgm:t>
        <a:bodyPr/>
        <a:lstStyle/>
        <a:p>
          <a:endParaRPr lang="en-US"/>
        </a:p>
      </dgm:t>
    </dgm:pt>
    <dgm:pt modelId="{C4DDFF27-3D40-4D41-B100-F1C24A6EA108}" type="pres">
      <dgm:prSet presAssocID="{303DAAE4-77B4-4C0E-8026-510C8F38515F}" presName="line_4" presStyleLbl="parChTrans1D1" presStyleIdx="2" presStyleCnt="3"/>
      <dgm:spPr/>
    </dgm:pt>
    <dgm:pt modelId="{2DA6A6CE-E183-4042-BD5D-4891CDB7BBB3}" type="pres">
      <dgm:prSet presAssocID="{303DAAE4-77B4-4C0E-8026-510C8F38515F}" presName="textparent_4" presStyleLbl="node1" presStyleIdx="0" presStyleCnt="0"/>
      <dgm:spPr/>
    </dgm:pt>
    <dgm:pt modelId="{25A56BAE-40F8-4543-AC8C-9F0FD1B6422E}" type="pres">
      <dgm:prSet presAssocID="{303DAAE4-77B4-4C0E-8026-510C8F38515F}" presName="text_4" presStyleLbl="revTx" presStyleIdx="2" presStyleCnt="3">
        <dgm:presLayoutVars>
          <dgm:bulletEnabled val="1"/>
        </dgm:presLayoutVars>
      </dgm:prSet>
      <dgm:spPr/>
      <dgm:t>
        <a:bodyPr/>
        <a:lstStyle/>
        <a:p>
          <a:endParaRPr lang="en-US"/>
        </a:p>
      </dgm:t>
    </dgm:pt>
  </dgm:ptLst>
  <dgm:cxnLst>
    <dgm:cxn modelId="{C28B2780-905F-4E85-A016-CB5A9865174F}" type="presOf" srcId="{E4C44662-383F-496E-9865-7B7A8E6D5541}" destId="{E471292B-4BFC-4F6A-9651-8671AF697F84}" srcOrd="0" destOrd="0" presId="urn:microsoft.com/office/officeart/2008/layout/CircularPictureCallout"/>
    <dgm:cxn modelId="{2EBAF9DB-E37D-4AA4-AE5A-401B771C7925}" srcId="{6B7EAD23-A5A1-485C-8BC0-D8DF3CEF000E}" destId="{1A91189C-CD4D-4C4E-87E8-8BF14106B927}" srcOrd="1" destOrd="0" parTransId="{0D83217B-498A-4AEF-8E26-E143315158A5}" sibTransId="{548CBC93-6289-44B6-B4F4-809053D24338}"/>
    <dgm:cxn modelId="{A23527BB-9367-4D78-A099-CCD504FA89EC}" type="presOf" srcId="{1A91189C-CD4D-4C4E-87E8-8BF14106B927}" destId="{7CDF97A4-24D7-4683-B3D9-E66555FB049A}" srcOrd="0" destOrd="0" presId="urn:microsoft.com/office/officeart/2008/layout/CircularPictureCallout"/>
    <dgm:cxn modelId="{EE710B70-F5D3-447A-BCDA-B2D3D808BD15}" type="presOf" srcId="{548CBC93-6289-44B6-B4F4-809053D24338}" destId="{4ACDFFB2-F03E-4512-9EDF-EB44EBBFC49B}" srcOrd="0" destOrd="0" presId="urn:microsoft.com/office/officeart/2008/layout/CircularPictureCallout"/>
    <dgm:cxn modelId="{8019A0E4-28CD-47EA-97C0-DA695A2D879E}" type="presOf" srcId="{303DAAE4-77B4-4C0E-8026-510C8F38515F}" destId="{25A56BAE-40F8-4543-AC8C-9F0FD1B6422E}" srcOrd="0" destOrd="0" presId="urn:microsoft.com/office/officeart/2008/layout/CircularPictureCallout"/>
    <dgm:cxn modelId="{480342F3-42FB-4E84-B737-F61E66522E32}" type="presOf" srcId="{46B9C1C7-817C-4F56-A97E-D5DD92CC90F1}" destId="{C84FC5F2-D986-4F68-8217-1B84218873E3}" srcOrd="0" destOrd="0" presId="urn:microsoft.com/office/officeart/2008/layout/CircularPictureCallout"/>
    <dgm:cxn modelId="{1008A4E8-2F1F-46FE-B64F-22480F97B22E}" type="presOf" srcId="{F4E38B03-157D-4DF4-925E-7DE818387505}" destId="{DCBF496A-D6AB-4721-AE58-E884628CA058}" srcOrd="0" destOrd="0" presId="urn:microsoft.com/office/officeart/2008/layout/CircularPictureCallout"/>
    <dgm:cxn modelId="{36978C04-74B0-47D8-ADFB-0AFF2D11061F}" srcId="{6B7EAD23-A5A1-485C-8BC0-D8DF3CEF000E}" destId="{2BA502F6-4922-493C-976C-33807788663B}" srcOrd="0" destOrd="0" parTransId="{8DAE400F-6FAE-49F2-B123-4E082EA082EC}" sibTransId="{E4C44662-383F-496E-9865-7B7A8E6D5541}"/>
    <dgm:cxn modelId="{B04DF199-8C5E-4B3A-A520-8FBCCCB088A6}" type="presOf" srcId="{2BA502F6-4922-493C-976C-33807788663B}" destId="{8CF63374-94D8-49AA-9C1D-A3070EE43D21}" srcOrd="0" destOrd="0" presId="urn:microsoft.com/office/officeart/2008/layout/CircularPictureCallout"/>
    <dgm:cxn modelId="{A3C5A412-CAD4-48FB-B328-3E307994F3AD}" type="presOf" srcId="{D19FAA75-60D7-4FA7-A01E-731B6E562F52}" destId="{F209BBD3-AA14-472A-896E-FB363F88DD86}" srcOrd="0" destOrd="0" presId="urn:microsoft.com/office/officeart/2008/layout/CircularPictureCallout"/>
    <dgm:cxn modelId="{978BAA29-AABF-4FD5-B4C8-9015B88399C5}" srcId="{6B7EAD23-A5A1-485C-8BC0-D8DF3CEF000E}" destId="{46B9C1C7-817C-4F56-A97E-D5DD92CC90F1}" srcOrd="2" destOrd="0" parTransId="{0B80DE77-F0A3-4C9D-A816-3B3B494E5E4E}" sibTransId="{D19FAA75-60D7-4FA7-A01E-731B6E562F52}"/>
    <dgm:cxn modelId="{9DA1D3A9-1E16-4636-A8C7-5B364A63DE2D}" srcId="{6B7EAD23-A5A1-485C-8BC0-D8DF3CEF000E}" destId="{303DAAE4-77B4-4C0E-8026-510C8F38515F}" srcOrd="3" destOrd="0" parTransId="{C6E7C2F3-2E89-4E1C-AB73-7BD9C095F274}" sibTransId="{F4E38B03-157D-4DF4-925E-7DE818387505}"/>
    <dgm:cxn modelId="{436BC9F7-CC2B-46C7-8376-25301E0558F0}" type="presOf" srcId="{6B7EAD23-A5A1-485C-8BC0-D8DF3CEF000E}" destId="{3F9F3560-D020-4E12-8418-0C5631A3781D}" srcOrd="0" destOrd="0" presId="urn:microsoft.com/office/officeart/2008/layout/CircularPictureCallout"/>
    <dgm:cxn modelId="{5C158A44-65EB-4DA9-94A0-EF2B1E465D6F}" type="presParOf" srcId="{3F9F3560-D020-4E12-8418-0C5631A3781D}" destId="{F955BA77-B914-4D32-8CC8-A5A69E7E2393}" srcOrd="0" destOrd="0" presId="urn:microsoft.com/office/officeart/2008/layout/CircularPictureCallout"/>
    <dgm:cxn modelId="{1AD205EF-3A5E-4E96-B343-A36FC74CD95B}" type="presParOf" srcId="{F955BA77-B914-4D32-8CC8-A5A69E7E2393}" destId="{1FF6BE71-B0B9-4DD2-8062-03D48D57FA14}" srcOrd="0" destOrd="0" presId="urn:microsoft.com/office/officeart/2008/layout/CircularPictureCallout"/>
    <dgm:cxn modelId="{F8A69689-3ED6-4B4C-9997-11426E213BF1}" type="presParOf" srcId="{1FF6BE71-B0B9-4DD2-8062-03D48D57FA14}" destId="{E471292B-4BFC-4F6A-9651-8671AF697F84}" srcOrd="0" destOrd="0" presId="urn:microsoft.com/office/officeart/2008/layout/CircularPictureCallout"/>
    <dgm:cxn modelId="{95AB6694-4C77-42EC-8CDB-AE80C058C75C}" type="presParOf" srcId="{F955BA77-B914-4D32-8CC8-A5A69E7E2393}" destId="{8CF63374-94D8-49AA-9C1D-A3070EE43D21}" srcOrd="1" destOrd="0" presId="urn:microsoft.com/office/officeart/2008/layout/CircularPictureCallout"/>
    <dgm:cxn modelId="{D80F40BC-91D1-46E4-B792-568096D83D06}" type="presParOf" srcId="{F955BA77-B914-4D32-8CC8-A5A69E7E2393}" destId="{26CA9479-7F32-4308-9C02-4251503522C0}" srcOrd="2" destOrd="0" presId="urn:microsoft.com/office/officeart/2008/layout/CircularPictureCallout"/>
    <dgm:cxn modelId="{167AB436-9A6A-4786-B947-92FAA1A89C46}" type="presParOf" srcId="{26CA9479-7F32-4308-9C02-4251503522C0}" destId="{4ACDFFB2-F03E-4512-9EDF-EB44EBBFC49B}" srcOrd="0" destOrd="0" presId="urn:microsoft.com/office/officeart/2008/layout/CircularPictureCallout"/>
    <dgm:cxn modelId="{CFBCD970-A88C-4A6F-932E-4E2C5A19835A}" type="presParOf" srcId="{F955BA77-B914-4D32-8CC8-A5A69E7E2393}" destId="{2B68BFC6-9ADB-4772-A217-4A85FE513472}" srcOrd="3" destOrd="0" presId="urn:microsoft.com/office/officeart/2008/layout/CircularPictureCallout"/>
    <dgm:cxn modelId="{09611B38-706D-47A1-9137-270146C9AF04}" type="presParOf" srcId="{F955BA77-B914-4D32-8CC8-A5A69E7E2393}" destId="{97241A93-664F-4685-BCFF-1383BF0CFE85}" srcOrd="4" destOrd="0" presId="urn:microsoft.com/office/officeart/2008/layout/CircularPictureCallout"/>
    <dgm:cxn modelId="{B8CA5403-61D2-4851-92DB-9BE4213872EB}" type="presParOf" srcId="{97241A93-664F-4685-BCFF-1383BF0CFE85}" destId="{7CDF97A4-24D7-4683-B3D9-E66555FB049A}" srcOrd="0" destOrd="0" presId="urn:microsoft.com/office/officeart/2008/layout/CircularPictureCallout"/>
    <dgm:cxn modelId="{6FA5C121-CA35-4A7A-8337-10FB5C658C4B}" type="presParOf" srcId="{F955BA77-B914-4D32-8CC8-A5A69E7E2393}" destId="{90ACFC8C-6888-421B-B250-575F97585C28}" srcOrd="5" destOrd="0" presId="urn:microsoft.com/office/officeart/2008/layout/CircularPictureCallout"/>
    <dgm:cxn modelId="{CE3AF92A-8EE1-4E3F-AF82-90A9D9A5291B}" type="presParOf" srcId="{90ACFC8C-6888-421B-B250-575F97585C28}" destId="{F209BBD3-AA14-472A-896E-FB363F88DD86}" srcOrd="0" destOrd="0" presId="urn:microsoft.com/office/officeart/2008/layout/CircularPictureCallout"/>
    <dgm:cxn modelId="{B88BA551-CA82-4700-9992-D82A7D9C4C94}" type="presParOf" srcId="{F955BA77-B914-4D32-8CC8-A5A69E7E2393}" destId="{68B56550-CCE5-444E-9E78-825E41AA4A09}" srcOrd="6" destOrd="0" presId="urn:microsoft.com/office/officeart/2008/layout/CircularPictureCallout"/>
    <dgm:cxn modelId="{BF1D4F6A-EB14-4E69-BDDB-2576B862851D}" type="presParOf" srcId="{F955BA77-B914-4D32-8CC8-A5A69E7E2393}" destId="{6AAAE73E-A8AB-44BF-A1B8-59118F25CEFB}" srcOrd="7" destOrd="0" presId="urn:microsoft.com/office/officeart/2008/layout/CircularPictureCallout"/>
    <dgm:cxn modelId="{E4FAA27D-2CC3-4B25-9485-25934C349697}" type="presParOf" srcId="{6AAAE73E-A8AB-44BF-A1B8-59118F25CEFB}" destId="{C84FC5F2-D986-4F68-8217-1B84218873E3}" srcOrd="0" destOrd="0" presId="urn:microsoft.com/office/officeart/2008/layout/CircularPictureCallout"/>
    <dgm:cxn modelId="{AFE0773F-DBBB-4FF9-9A6E-4959121D254D}" type="presParOf" srcId="{F955BA77-B914-4D32-8CC8-A5A69E7E2393}" destId="{99FB41EB-41D9-4E9F-B2F3-732AB2DC70CC}" srcOrd="8" destOrd="0" presId="urn:microsoft.com/office/officeart/2008/layout/CircularPictureCallout"/>
    <dgm:cxn modelId="{0B0E6D6B-9784-4DB9-BF10-4D0992140E26}" type="presParOf" srcId="{99FB41EB-41D9-4E9F-B2F3-732AB2DC70CC}" destId="{DCBF496A-D6AB-4721-AE58-E884628CA058}" srcOrd="0" destOrd="0" presId="urn:microsoft.com/office/officeart/2008/layout/CircularPictureCallout"/>
    <dgm:cxn modelId="{BA8CFC0F-1D24-4986-A3AD-6197C460B625}" type="presParOf" srcId="{F955BA77-B914-4D32-8CC8-A5A69E7E2393}" destId="{C4DDFF27-3D40-4D41-B100-F1C24A6EA108}" srcOrd="9" destOrd="0" presId="urn:microsoft.com/office/officeart/2008/layout/CircularPictureCallout"/>
    <dgm:cxn modelId="{BD16B808-4005-42FC-899D-565DD35CBD92}" type="presParOf" srcId="{F955BA77-B914-4D32-8CC8-A5A69E7E2393}" destId="{2DA6A6CE-E183-4042-BD5D-4891CDB7BBB3}" srcOrd="10" destOrd="0" presId="urn:microsoft.com/office/officeart/2008/layout/CircularPictureCallout"/>
    <dgm:cxn modelId="{5E8790B5-D7DC-441F-AA18-77B51725F04E}" type="presParOf" srcId="{2DA6A6CE-E183-4042-BD5D-4891CDB7BBB3}" destId="{25A56BAE-40F8-4543-AC8C-9F0FD1B6422E}" srcOrd="0" destOrd="0" presId="urn:microsoft.com/office/officeart/2008/layout/CircularPictureCallou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ABB51A-F436-4FDD-8248-2874428EAC1F}" type="doc">
      <dgm:prSet loTypeId="urn:microsoft.com/office/officeart/2005/8/layout/gear1" loCatId="process" qsTypeId="urn:microsoft.com/office/officeart/2005/8/quickstyle/simple1" qsCatId="simple" csTypeId="urn:microsoft.com/office/officeart/2005/8/colors/accent1_2" csCatId="accent1" phldr="1"/>
      <dgm:spPr/>
      <dgm:t>
        <a:bodyPr/>
        <a:lstStyle/>
        <a:p>
          <a:endParaRPr lang="en-US"/>
        </a:p>
      </dgm:t>
    </dgm:pt>
    <dgm:pt modelId="{DD7B7D03-D848-4C14-B54C-3510B6983AC1}">
      <dgm:prSet phldrT="[Text]" custT="1"/>
      <dgm:spPr/>
      <dgm:t>
        <a:bodyPr/>
        <a:lstStyle/>
        <a:p>
          <a:r>
            <a:rPr lang="en-US" sz="1600" smtClean="0">
              <a:latin typeface="Times New Roman" panose="02020603050405020304" pitchFamily="18" charset="0"/>
              <a:cs typeface="Times New Roman" panose="02020603050405020304" pitchFamily="18" charset="0"/>
            </a:rPr>
            <a:t>Kết hợp giữa thực và ảo</a:t>
          </a:r>
          <a:endParaRPr lang="en-US" sz="1600">
            <a:latin typeface="Times New Roman" panose="02020603050405020304" pitchFamily="18" charset="0"/>
            <a:cs typeface="Times New Roman" panose="02020603050405020304" pitchFamily="18" charset="0"/>
          </a:endParaRPr>
        </a:p>
      </dgm:t>
    </dgm:pt>
    <dgm:pt modelId="{1FB9CA4B-3307-48DC-83F4-320D3DC145EA}" type="parTrans" cxnId="{2EBF6CB7-E828-4A38-95E7-F01C8E2F3D3D}">
      <dgm:prSet/>
      <dgm:spPr/>
      <dgm:t>
        <a:bodyPr/>
        <a:lstStyle/>
        <a:p>
          <a:endParaRPr lang="en-US" sz="1600">
            <a:latin typeface="Times New Roman" panose="02020603050405020304" pitchFamily="18" charset="0"/>
            <a:cs typeface="Times New Roman" panose="02020603050405020304" pitchFamily="18" charset="0"/>
          </a:endParaRPr>
        </a:p>
      </dgm:t>
    </dgm:pt>
    <dgm:pt modelId="{C2B4FC59-D104-4CCE-9FAD-C86EE8AAAE60}" type="sibTrans" cxnId="{2EBF6CB7-E828-4A38-95E7-F01C8E2F3D3D}">
      <dgm:prSet/>
      <dgm:spPr/>
      <dgm:t>
        <a:bodyPr/>
        <a:lstStyle/>
        <a:p>
          <a:endParaRPr lang="en-US" sz="1600">
            <a:latin typeface="Times New Roman" panose="02020603050405020304" pitchFamily="18" charset="0"/>
            <a:cs typeface="Times New Roman" panose="02020603050405020304" pitchFamily="18" charset="0"/>
          </a:endParaRPr>
        </a:p>
      </dgm:t>
    </dgm:pt>
    <dgm:pt modelId="{BFF403FF-D48F-4CA4-AC82-37E14B070FD0}">
      <dgm:prSet phldrT="[Text]" custT="1"/>
      <dgm:spPr/>
      <dgm:t>
        <a:bodyPr/>
        <a:lstStyle/>
        <a:p>
          <a:r>
            <a:rPr lang="en-US" sz="1600" smtClean="0">
              <a:latin typeface="Times New Roman" panose="02020603050405020304" pitchFamily="18" charset="0"/>
              <a:cs typeface="Times New Roman" panose="02020603050405020304" pitchFamily="18" charset="0"/>
            </a:rPr>
            <a:t>Tương tác với thời gian thực</a:t>
          </a:r>
          <a:endParaRPr lang="en-US" sz="1600">
            <a:latin typeface="Times New Roman" panose="02020603050405020304" pitchFamily="18" charset="0"/>
            <a:cs typeface="Times New Roman" panose="02020603050405020304" pitchFamily="18" charset="0"/>
          </a:endParaRPr>
        </a:p>
      </dgm:t>
    </dgm:pt>
    <dgm:pt modelId="{E12287DC-7879-45C4-8004-078A764060BA}" type="parTrans" cxnId="{3FF28B2F-DC52-4375-8960-D36075D522ED}">
      <dgm:prSet/>
      <dgm:spPr/>
      <dgm:t>
        <a:bodyPr/>
        <a:lstStyle/>
        <a:p>
          <a:endParaRPr lang="en-US" sz="1600">
            <a:latin typeface="Times New Roman" panose="02020603050405020304" pitchFamily="18" charset="0"/>
            <a:cs typeface="Times New Roman" panose="02020603050405020304" pitchFamily="18" charset="0"/>
          </a:endParaRPr>
        </a:p>
      </dgm:t>
    </dgm:pt>
    <dgm:pt modelId="{5A258E63-2B7E-46B6-8D7F-E004006F4E22}" type="sibTrans" cxnId="{3FF28B2F-DC52-4375-8960-D36075D522ED}">
      <dgm:prSet/>
      <dgm:spPr/>
      <dgm:t>
        <a:bodyPr/>
        <a:lstStyle/>
        <a:p>
          <a:endParaRPr lang="en-US" sz="1600">
            <a:latin typeface="Times New Roman" panose="02020603050405020304" pitchFamily="18" charset="0"/>
            <a:cs typeface="Times New Roman" panose="02020603050405020304" pitchFamily="18" charset="0"/>
          </a:endParaRPr>
        </a:p>
      </dgm:t>
    </dgm:pt>
    <dgm:pt modelId="{326B823D-9BBF-4844-9CB2-A19392ECBDF0}">
      <dgm:prSet phldrT="[Text]" custT="1"/>
      <dgm:spPr/>
      <dgm:t>
        <a:bodyPr/>
        <a:lstStyle/>
        <a:p>
          <a:r>
            <a:rPr lang="en-US" sz="1600" smtClean="0">
              <a:latin typeface="Times New Roman" panose="02020603050405020304" pitchFamily="18" charset="0"/>
              <a:cs typeface="Times New Roman" panose="02020603050405020304" pitchFamily="18" charset="0"/>
            </a:rPr>
            <a:t>Đặng ký trong không gian 3D</a:t>
          </a:r>
          <a:endParaRPr lang="en-US" sz="1600">
            <a:latin typeface="Times New Roman" panose="02020603050405020304" pitchFamily="18" charset="0"/>
            <a:cs typeface="Times New Roman" panose="02020603050405020304" pitchFamily="18" charset="0"/>
          </a:endParaRPr>
        </a:p>
      </dgm:t>
    </dgm:pt>
    <dgm:pt modelId="{1DF2DCC4-34CE-4858-B4B0-50ACAD4EBEEC}" type="parTrans" cxnId="{AAC5C12B-13E2-4893-AB41-877173949060}">
      <dgm:prSet/>
      <dgm:spPr/>
      <dgm:t>
        <a:bodyPr/>
        <a:lstStyle/>
        <a:p>
          <a:endParaRPr lang="en-US" sz="1600">
            <a:latin typeface="Times New Roman" panose="02020603050405020304" pitchFamily="18" charset="0"/>
            <a:cs typeface="Times New Roman" panose="02020603050405020304" pitchFamily="18" charset="0"/>
          </a:endParaRPr>
        </a:p>
      </dgm:t>
    </dgm:pt>
    <dgm:pt modelId="{E078419A-F33C-4B39-9F86-D8F2A16701E0}" type="sibTrans" cxnId="{AAC5C12B-13E2-4893-AB41-877173949060}">
      <dgm:prSet/>
      <dgm:spPr/>
      <dgm:t>
        <a:bodyPr/>
        <a:lstStyle/>
        <a:p>
          <a:endParaRPr lang="en-US" sz="1600">
            <a:latin typeface="Times New Roman" panose="02020603050405020304" pitchFamily="18" charset="0"/>
            <a:cs typeface="Times New Roman" panose="02020603050405020304" pitchFamily="18" charset="0"/>
          </a:endParaRPr>
        </a:p>
      </dgm:t>
    </dgm:pt>
    <dgm:pt modelId="{4794964F-A695-429E-ADC4-99435A4DE2D4}" type="pres">
      <dgm:prSet presAssocID="{CEABB51A-F436-4FDD-8248-2874428EAC1F}" presName="composite" presStyleCnt="0">
        <dgm:presLayoutVars>
          <dgm:chMax val="3"/>
          <dgm:animLvl val="lvl"/>
          <dgm:resizeHandles val="exact"/>
        </dgm:presLayoutVars>
      </dgm:prSet>
      <dgm:spPr/>
    </dgm:pt>
    <dgm:pt modelId="{FD2247C6-D121-482A-9793-18D97496729E}" type="pres">
      <dgm:prSet presAssocID="{DD7B7D03-D848-4C14-B54C-3510B6983AC1}" presName="gear1" presStyleLbl="node1" presStyleIdx="0" presStyleCnt="3">
        <dgm:presLayoutVars>
          <dgm:chMax val="1"/>
          <dgm:bulletEnabled val="1"/>
        </dgm:presLayoutVars>
      </dgm:prSet>
      <dgm:spPr/>
    </dgm:pt>
    <dgm:pt modelId="{3006A488-DD51-44E3-9D86-8C97B0225DBB}" type="pres">
      <dgm:prSet presAssocID="{DD7B7D03-D848-4C14-B54C-3510B6983AC1}" presName="gear1srcNode" presStyleLbl="node1" presStyleIdx="0" presStyleCnt="3"/>
      <dgm:spPr/>
    </dgm:pt>
    <dgm:pt modelId="{6048DA73-E3B7-47D3-9BA7-8F28533FBD80}" type="pres">
      <dgm:prSet presAssocID="{DD7B7D03-D848-4C14-B54C-3510B6983AC1}" presName="gear1dstNode" presStyleLbl="node1" presStyleIdx="0" presStyleCnt="3"/>
      <dgm:spPr/>
    </dgm:pt>
    <dgm:pt modelId="{364DA5AB-F173-45C2-A228-6F9D9ECB2CE7}" type="pres">
      <dgm:prSet presAssocID="{BFF403FF-D48F-4CA4-AC82-37E14B070FD0}" presName="gear2" presStyleLbl="node1" presStyleIdx="1" presStyleCnt="3">
        <dgm:presLayoutVars>
          <dgm:chMax val="1"/>
          <dgm:bulletEnabled val="1"/>
        </dgm:presLayoutVars>
      </dgm:prSet>
      <dgm:spPr/>
    </dgm:pt>
    <dgm:pt modelId="{C602A655-BD90-4E41-A170-80A700A0C2CA}" type="pres">
      <dgm:prSet presAssocID="{BFF403FF-D48F-4CA4-AC82-37E14B070FD0}" presName="gear2srcNode" presStyleLbl="node1" presStyleIdx="1" presStyleCnt="3"/>
      <dgm:spPr/>
    </dgm:pt>
    <dgm:pt modelId="{E8F4B99B-FD63-423D-8395-B6AAB8F4A6A3}" type="pres">
      <dgm:prSet presAssocID="{BFF403FF-D48F-4CA4-AC82-37E14B070FD0}" presName="gear2dstNode" presStyleLbl="node1" presStyleIdx="1" presStyleCnt="3"/>
      <dgm:spPr/>
    </dgm:pt>
    <dgm:pt modelId="{A3291539-2334-4839-B04F-F33561A3A3E1}" type="pres">
      <dgm:prSet presAssocID="{326B823D-9BBF-4844-9CB2-A19392ECBDF0}" presName="gear3" presStyleLbl="node1" presStyleIdx="2" presStyleCnt="3"/>
      <dgm:spPr/>
    </dgm:pt>
    <dgm:pt modelId="{2B1A87B6-4F06-43E6-BDA7-7AC986B5D4F8}" type="pres">
      <dgm:prSet presAssocID="{326B823D-9BBF-4844-9CB2-A19392ECBDF0}" presName="gear3tx" presStyleLbl="node1" presStyleIdx="2" presStyleCnt="3">
        <dgm:presLayoutVars>
          <dgm:chMax val="1"/>
          <dgm:bulletEnabled val="1"/>
        </dgm:presLayoutVars>
      </dgm:prSet>
      <dgm:spPr/>
    </dgm:pt>
    <dgm:pt modelId="{0EE29E34-ED74-4F51-BD01-B388E2A92DFC}" type="pres">
      <dgm:prSet presAssocID="{326B823D-9BBF-4844-9CB2-A19392ECBDF0}" presName="gear3srcNode" presStyleLbl="node1" presStyleIdx="2" presStyleCnt="3"/>
      <dgm:spPr/>
    </dgm:pt>
    <dgm:pt modelId="{78AC65FB-1614-46A7-A354-40453AD41026}" type="pres">
      <dgm:prSet presAssocID="{326B823D-9BBF-4844-9CB2-A19392ECBDF0}" presName="gear3dstNode" presStyleLbl="node1" presStyleIdx="2" presStyleCnt="3"/>
      <dgm:spPr/>
    </dgm:pt>
    <dgm:pt modelId="{2C4BFDDB-E1B0-4EDD-A75B-EF3DB8842F66}" type="pres">
      <dgm:prSet presAssocID="{C2B4FC59-D104-4CCE-9FAD-C86EE8AAAE60}" presName="connector1" presStyleLbl="sibTrans2D1" presStyleIdx="0" presStyleCnt="3"/>
      <dgm:spPr/>
    </dgm:pt>
    <dgm:pt modelId="{888A0744-F49A-4536-A2D8-60ED02B2DCD2}" type="pres">
      <dgm:prSet presAssocID="{5A258E63-2B7E-46B6-8D7F-E004006F4E22}" presName="connector2" presStyleLbl="sibTrans2D1" presStyleIdx="1" presStyleCnt="3"/>
      <dgm:spPr/>
    </dgm:pt>
    <dgm:pt modelId="{8B539ACC-91AC-4D0B-B787-69443E5BF8A6}" type="pres">
      <dgm:prSet presAssocID="{E078419A-F33C-4B39-9F86-D8F2A16701E0}" presName="connector3" presStyleLbl="sibTrans2D1" presStyleIdx="2" presStyleCnt="3"/>
      <dgm:spPr/>
    </dgm:pt>
  </dgm:ptLst>
  <dgm:cxnLst>
    <dgm:cxn modelId="{1230A58F-2673-47C4-90D2-D7DA9B28C31F}" type="presOf" srcId="{DD7B7D03-D848-4C14-B54C-3510B6983AC1}" destId="{6048DA73-E3B7-47D3-9BA7-8F28533FBD80}" srcOrd="2" destOrd="0" presId="urn:microsoft.com/office/officeart/2005/8/layout/gear1"/>
    <dgm:cxn modelId="{29647323-B42B-4ECD-8285-C68E59C6A16C}" type="presOf" srcId="{C2B4FC59-D104-4CCE-9FAD-C86EE8AAAE60}" destId="{2C4BFDDB-E1B0-4EDD-A75B-EF3DB8842F66}" srcOrd="0" destOrd="0" presId="urn:microsoft.com/office/officeart/2005/8/layout/gear1"/>
    <dgm:cxn modelId="{2EBF6CB7-E828-4A38-95E7-F01C8E2F3D3D}" srcId="{CEABB51A-F436-4FDD-8248-2874428EAC1F}" destId="{DD7B7D03-D848-4C14-B54C-3510B6983AC1}" srcOrd="0" destOrd="0" parTransId="{1FB9CA4B-3307-48DC-83F4-320D3DC145EA}" sibTransId="{C2B4FC59-D104-4CCE-9FAD-C86EE8AAAE60}"/>
    <dgm:cxn modelId="{12493567-8F0A-4AF3-AEF5-183BB82A4BF4}" type="presOf" srcId="{CEABB51A-F436-4FDD-8248-2874428EAC1F}" destId="{4794964F-A695-429E-ADC4-99435A4DE2D4}" srcOrd="0" destOrd="0" presId="urn:microsoft.com/office/officeart/2005/8/layout/gear1"/>
    <dgm:cxn modelId="{58E9744D-42E2-4B8D-A910-03D8ACE4926D}" type="presOf" srcId="{BFF403FF-D48F-4CA4-AC82-37E14B070FD0}" destId="{364DA5AB-F173-45C2-A228-6F9D9ECB2CE7}" srcOrd="0" destOrd="0" presId="urn:microsoft.com/office/officeart/2005/8/layout/gear1"/>
    <dgm:cxn modelId="{01BDA6ED-D9AD-4150-B18D-E693AA7AAFBE}" type="presOf" srcId="{326B823D-9BBF-4844-9CB2-A19392ECBDF0}" destId="{2B1A87B6-4F06-43E6-BDA7-7AC986B5D4F8}" srcOrd="1" destOrd="0" presId="urn:microsoft.com/office/officeart/2005/8/layout/gear1"/>
    <dgm:cxn modelId="{CBD5CF0C-78C4-4E2E-B3BA-57C3C8FA3BE5}" type="presOf" srcId="{BFF403FF-D48F-4CA4-AC82-37E14B070FD0}" destId="{E8F4B99B-FD63-423D-8395-B6AAB8F4A6A3}" srcOrd="2" destOrd="0" presId="urn:microsoft.com/office/officeart/2005/8/layout/gear1"/>
    <dgm:cxn modelId="{D7EB60B1-FEC6-42D7-9161-88CBE1710D37}" type="presOf" srcId="{DD7B7D03-D848-4C14-B54C-3510B6983AC1}" destId="{FD2247C6-D121-482A-9793-18D97496729E}" srcOrd="0" destOrd="0" presId="urn:microsoft.com/office/officeart/2005/8/layout/gear1"/>
    <dgm:cxn modelId="{AAC5C12B-13E2-4893-AB41-877173949060}" srcId="{CEABB51A-F436-4FDD-8248-2874428EAC1F}" destId="{326B823D-9BBF-4844-9CB2-A19392ECBDF0}" srcOrd="2" destOrd="0" parTransId="{1DF2DCC4-34CE-4858-B4B0-50ACAD4EBEEC}" sibTransId="{E078419A-F33C-4B39-9F86-D8F2A16701E0}"/>
    <dgm:cxn modelId="{B4723479-0D0F-4D55-8049-B22FFFF3E4F9}" type="presOf" srcId="{DD7B7D03-D848-4C14-B54C-3510B6983AC1}" destId="{3006A488-DD51-44E3-9D86-8C97B0225DBB}" srcOrd="1" destOrd="0" presId="urn:microsoft.com/office/officeart/2005/8/layout/gear1"/>
    <dgm:cxn modelId="{C8168521-509C-48E6-8F20-FABAF3362FFB}" type="presOf" srcId="{326B823D-9BBF-4844-9CB2-A19392ECBDF0}" destId="{78AC65FB-1614-46A7-A354-40453AD41026}" srcOrd="3" destOrd="0" presId="urn:microsoft.com/office/officeart/2005/8/layout/gear1"/>
    <dgm:cxn modelId="{AA9002D9-5979-42E4-9330-2243377B8193}" type="presOf" srcId="{326B823D-9BBF-4844-9CB2-A19392ECBDF0}" destId="{A3291539-2334-4839-B04F-F33561A3A3E1}" srcOrd="0" destOrd="0" presId="urn:microsoft.com/office/officeart/2005/8/layout/gear1"/>
    <dgm:cxn modelId="{E164E18C-7E70-44CC-B160-783AF05406C3}" type="presOf" srcId="{326B823D-9BBF-4844-9CB2-A19392ECBDF0}" destId="{0EE29E34-ED74-4F51-BD01-B388E2A92DFC}" srcOrd="2" destOrd="0" presId="urn:microsoft.com/office/officeart/2005/8/layout/gear1"/>
    <dgm:cxn modelId="{F943492A-269A-42DF-B976-2A962C5E2A4F}" type="presOf" srcId="{5A258E63-2B7E-46B6-8D7F-E004006F4E22}" destId="{888A0744-F49A-4536-A2D8-60ED02B2DCD2}" srcOrd="0" destOrd="0" presId="urn:microsoft.com/office/officeart/2005/8/layout/gear1"/>
    <dgm:cxn modelId="{3FF28B2F-DC52-4375-8960-D36075D522ED}" srcId="{CEABB51A-F436-4FDD-8248-2874428EAC1F}" destId="{BFF403FF-D48F-4CA4-AC82-37E14B070FD0}" srcOrd="1" destOrd="0" parTransId="{E12287DC-7879-45C4-8004-078A764060BA}" sibTransId="{5A258E63-2B7E-46B6-8D7F-E004006F4E22}"/>
    <dgm:cxn modelId="{E3698A76-9153-40B0-9342-E51B62E7F1AC}" type="presOf" srcId="{E078419A-F33C-4B39-9F86-D8F2A16701E0}" destId="{8B539ACC-91AC-4D0B-B787-69443E5BF8A6}" srcOrd="0" destOrd="0" presId="urn:microsoft.com/office/officeart/2005/8/layout/gear1"/>
    <dgm:cxn modelId="{41E0FEEF-2237-45CD-8DF2-C39CA6B1287E}" type="presOf" srcId="{BFF403FF-D48F-4CA4-AC82-37E14B070FD0}" destId="{C602A655-BD90-4E41-A170-80A700A0C2CA}" srcOrd="1" destOrd="0" presId="urn:microsoft.com/office/officeart/2005/8/layout/gear1"/>
    <dgm:cxn modelId="{B61A8A30-DEDD-4803-AA98-F071A750B1EA}" type="presParOf" srcId="{4794964F-A695-429E-ADC4-99435A4DE2D4}" destId="{FD2247C6-D121-482A-9793-18D97496729E}" srcOrd="0" destOrd="0" presId="urn:microsoft.com/office/officeart/2005/8/layout/gear1"/>
    <dgm:cxn modelId="{7D9A8D8C-30C2-4248-B490-ED66A3AF332F}" type="presParOf" srcId="{4794964F-A695-429E-ADC4-99435A4DE2D4}" destId="{3006A488-DD51-44E3-9D86-8C97B0225DBB}" srcOrd="1" destOrd="0" presId="urn:microsoft.com/office/officeart/2005/8/layout/gear1"/>
    <dgm:cxn modelId="{D984CF68-098E-46FC-A9FB-FB4477185684}" type="presParOf" srcId="{4794964F-A695-429E-ADC4-99435A4DE2D4}" destId="{6048DA73-E3B7-47D3-9BA7-8F28533FBD80}" srcOrd="2" destOrd="0" presId="urn:microsoft.com/office/officeart/2005/8/layout/gear1"/>
    <dgm:cxn modelId="{E606B993-ACF8-47AB-A7B1-96A23E407234}" type="presParOf" srcId="{4794964F-A695-429E-ADC4-99435A4DE2D4}" destId="{364DA5AB-F173-45C2-A228-6F9D9ECB2CE7}" srcOrd="3" destOrd="0" presId="urn:microsoft.com/office/officeart/2005/8/layout/gear1"/>
    <dgm:cxn modelId="{71788178-8E08-4073-BCE5-674F611992F7}" type="presParOf" srcId="{4794964F-A695-429E-ADC4-99435A4DE2D4}" destId="{C602A655-BD90-4E41-A170-80A700A0C2CA}" srcOrd="4" destOrd="0" presId="urn:microsoft.com/office/officeart/2005/8/layout/gear1"/>
    <dgm:cxn modelId="{80BF0885-4679-49B0-A6A9-1D599DD874BA}" type="presParOf" srcId="{4794964F-A695-429E-ADC4-99435A4DE2D4}" destId="{E8F4B99B-FD63-423D-8395-B6AAB8F4A6A3}" srcOrd="5" destOrd="0" presId="urn:microsoft.com/office/officeart/2005/8/layout/gear1"/>
    <dgm:cxn modelId="{180B4913-C39E-487B-8CB9-719625FCE99A}" type="presParOf" srcId="{4794964F-A695-429E-ADC4-99435A4DE2D4}" destId="{A3291539-2334-4839-B04F-F33561A3A3E1}" srcOrd="6" destOrd="0" presId="urn:microsoft.com/office/officeart/2005/8/layout/gear1"/>
    <dgm:cxn modelId="{CC4E5C2F-FF7F-49CF-93A6-782A2BC8F1C7}" type="presParOf" srcId="{4794964F-A695-429E-ADC4-99435A4DE2D4}" destId="{2B1A87B6-4F06-43E6-BDA7-7AC986B5D4F8}" srcOrd="7" destOrd="0" presId="urn:microsoft.com/office/officeart/2005/8/layout/gear1"/>
    <dgm:cxn modelId="{E700EB44-F99F-4D5B-9051-6B7CAF294FF8}" type="presParOf" srcId="{4794964F-A695-429E-ADC4-99435A4DE2D4}" destId="{0EE29E34-ED74-4F51-BD01-B388E2A92DFC}" srcOrd="8" destOrd="0" presId="urn:microsoft.com/office/officeart/2005/8/layout/gear1"/>
    <dgm:cxn modelId="{9104129A-EB2A-4181-B243-8FA417594497}" type="presParOf" srcId="{4794964F-A695-429E-ADC4-99435A4DE2D4}" destId="{78AC65FB-1614-46A7-A354-40453AD41026}" srcOrd="9" destOrd="0" presId="urn:microsoft.com/office/officeart/2005/8/layout/gear1"/>
    <dgm:cxn modelId="{B6E293A2-10F8-4338-BD6E-91375BF560ED}" type="presParOf" srcId="{4794964F-A695-429E-ADC4-99435A4DE2D4}" destId="{2C4BFDDB-E1B0-4EDD-A75B-EF3DB8842F66}" srcOrd="10" destOrd="0" presId="urn:microsoft.com/office/officeart/2005/8/layout/gear1"/>
    <dgm:cxn modelId="{77D41507-7047-4628-9D44-7AE0455BEC35}" type="presParOf" srcId="{4794964F-A695-429E-ADC4-99435A4DE2D4}" destId="{888A0744-F49A-4536-A2D8-60ED02B2DCD2}" srcOrd="11" destOrd="0" presId="urn:microsoft.com/office/officeart/2005/8/layout/gear1"/>
    <dgm:cxn modelId="{F28C7C55-3A57-4AF8-87AB-E6F7341CECAB}" type="presParOf" srcId="{4794964F-A695-429E-ADC4-99435A4DE2D4}" destId="{8B539ACC-91AC-4D0B-B787-69443E5BF8A6}" srcOrd="12" destOrd="0" presId="urn:microsoft.com/office/officeart/2005/8/layout/gear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A4CE184-6CD9-425B-ACB9-A6E4475448BF}" type="doc">
      <dgm:prSet loTypeId="urn:microsoft.com/office/officeart/2005/8/layout/radial6" loCatId="cycle" qsTypeId="urn:microsoft.com/office/officeart/2005/8/quickstyle/simple1" qsCatId="simple" csTypeId="urn:microsoft.com/office/officeart/2005/8/colors/accent1_3" csCatId="accent1" phldr="1"/>
      <dgm:spPr/>
      <dgm:t>
        <a:bodyPr/>
        <a:lstStyle/>
        <a:p>
          <a:endParaRPr lang="en-US"/>
        </a:p>
      </dgm:t>
    </dgm:pt>
    <dgm:pt modelId="{C9F582B9-7660-45D3-870F-0D051987B64E}">
      <dgm:prSet phldrT="[Text]" custT="1"/>
      <dgm:spPr/>
      <dgm:t>
        <a:bodyPr/>
        <a:lstStyle/>
        <a:p>
          <a:r>
            <a:rPr lang="en-US" sz="2000" smtClean="0">
              <a:latin typeface="Times New Roman" panose="02020603050405020304" pitchFamily="18" charset="0"/>
              <a:cs typeface="Times New Roman" panose="02020603050405020304" pitchFamily="18" charset="0"/>
            </a:rPr>
            <a:t>Unity 3D</a:t>
          </a:r>
          <a:endParaRPr lang="en-US" sz="2000">
            <a:latin typeface="Times New Roman" panose="02020603050405020304" pitchFamily="18" charset="0"/>
            <a:cs typeface="Times New Roman" panose="02020603050405020304" pitchFamily="18" charset="0"/>
          </a:endParaRPr>
        </a:p>
      </dgm:t>
    </dgm:pt>
    <dgm:pt modelId="{0D406A0B-293E-46BB-A764-05A9B0ED930C}" type="parTrans" cxnId="{23584B3F-EC78-401E-8508-1D5AC59B37DA}">
      <dgm:prSet/>
      <dgm:spPr/>
      <dgm:t>
        <a:bodyPr/>
        <a:lstStyle/>
        <a:p>
          <a:endParaRPr lang="en-US" sz="2000">
            <a:latin typeface="Times New Roman" panose="02020603050405020304" pitchFamily="18" charset="0"/>
            <a:cs typeface="Times New Roman" panose="02020603050405020304" pitchFamily="18" charset="0"/>
          </a:endParaRPr>
        </a:p>
      </dgm:t>
    </dgm:pt>
    <dgm:pt modelId="{E5F0E11F-416F-4AC8-884A-29E80F4C92A9}" type="sibTrans" cxnId="{23584B3F-EC78-401E-8508-1D5AC59B37DA}">
      <dgm:prSet/>
      <dgm:spPr/>
      <dgm:t>
        <a:bodyPr/>
        <a:lstStyle/>
        <a:p>
          <a:endParaRPr lang="en-US" sz="2000">
            <a:latin typeface="Times New Roman" panose="02020603050405020304" pitchFamily="18" charset="0"/>
            <a:cs typeface="Times New Roman" panose="02020603050405020304" pitchFamily="18" charset="0"/>
          </a:endParaRPr>
        </a:p>
      </dgm:t>
    </dgm:pt>
    <dgm:pt modelId="{63E33C36-DB16-4DFF-BE03-81B46A5D6146}">
      <dgm:prSet phldrT="[Text]" custT="1"/>
      <dgm:spPr/>
      <dgm:t>
        <a:bodyPr/>
        <a:lstStyle/>
        <a:p>
          <a:r>
            <a:rPr lang="en-US" sz="2000" smtClean="0">
              <a:latin typeface="Times New Roman" panose="02020603050405020304" pitchFamily="18" charset="0"/>
              <a:cs typeface="Times New Roman" panose="02020603050405020304" pitchFamily="18" charset="0"/>
            </a:rPr>
            <a:t>Dễ sử dụng</a:t>
          </a:r>
          <a:endParaRPr lang="en-US" sz="2000">
            <a:latin typeface="Times New Roman" panose="02020603050405020304" pitchFamily="18" charset="0"/>
            <a:cs typeface="Times New Roman" panose="02020603050405020304" pitchFamily="18" charset="0"/>
          </a:endParaRPr>
        </a:p>
      </dgm:t>
    </dgm:pt>
    <dgm:pt modelId="{9DEB58ED-8B0F-4DDA-B566-8D9421D55267}" type="parTrans" cxnId="{7934DF7D-6AA2-4695-8487-27ED3CBB2493}">
      <dgm:prSet/>
      <dgm:spPr/>
      <dgm:t>
        <a:bodyPr/>
        <a:lstStyle/>
        <a:p>
          <a:endParaRPr lang="en-US" sz="2000">
            <a:latin typeface="Times New Roman" panose="02020603050405020304" pitchFamily="18" charset="0"/>
            <a:cs typeface="Times New Roman" panose="02020603050405020304" pitchFamily="18" charset="0"/>
          </a:endParaRPr>
        </a:p>
      </dgm:t>
    </dgm:pt>
    <dgm:pt modelId="{2C646552-3D87-4A5D-A8C3-4E6D5D547998}" type="sibTrans" cxnId="{7934DF7D-6AA2-4695-8487-27ED3CBB2493}">
      <dgm:prSet/>
      <dgm:spPr/>
      <dgm:t>
        <a:bodyPr/>
        <a:lstStyle/>
        <a:p>
          <a:endParaRPr lang="en-US" sz="2000">
            <a:latin typeface="Times New Roman" panose="02020603050405020304" pitchFamily="18" charset="0"/>
            <a:cs typeface="Times New Roman" panose="02020603050405020304" pitchFamily="18" charset="0"/>
          </a:endParaRPr>
        </a:p>
      </dgm:t>
    </dgm:pt>
    <dgm:pt modelId="{D1A5D003-C129-420C-B826-6BE7870C48F4}">
      <dgm:prSet phldrT="[Text]" custT="1"/>
      <dgm:spPr/>
      <dgm:t>
        <a:bodyPr/>
        <a:lstStyle/>
        <a:p>
          <a:r>
            <a:rPr lang="en-US" sz="2000" smtClean="0">
              <a:latin typeface="Times New Roman" panose="02020603050405020304" pitchFamily="18" charset="0"/>
              <a:cs typeface="Times New Roman" panose="02020603050405020304" pitchFamily="18" charset="0"/>
            </a:rPr>
            <a:t>Đa nền tảng</a:t>
          </a:r>
          <a:endParaRPr lang="en-US" sz="2000">
            <a:latin typeface="Times New Roman" panose="02020603050405020304" pitchFamily="18" charset="0"/>
            <a:cs typeface="Times New Roman" panose="02020603050405020304" pitchFamily="18" charset="0"/>
          </a:endParaRPr>
        </a:p>
      </dgm:t>
    </dgm:pt>
    <dgm:pt modelId="{244BD546-03F0-459C-A331-691B13193877}" type="parTrans" cxnId="{2614027E-E57D-456F-95AC-90EE90104D41}">
      <dgm:prSet/>
      <dgm:spPr/>
      <dgm:t>
        <a:bodyPr/>
        <a:lstStyle/>
        <a:p>
          <a:endParaRPr lang="en-US" sz="2000">
            <a:latin typeface="Times New Roman" panose="02020603050405020304" pitchFamily="18" charset="0"/>
            <a:cs typeface="Times New Roman" panose="02020603050405020304" pitchFamily="18" charset="0"/>
          </a:endParaRPr>
        </a:p>
      </dgm:t>
    </dgm:pt>
    <dgm:pt modelId="{D72FCA4B-BF6C-4D79-9D1A-6320051821BA}" type="sibTrans" cxnId="{2614027E-E57D-456F-95AC-90EE90104D41}">
      <dgm:prSet/>
      <dgm:spPr/>
      <dgm:t>
        <a:bodyPr/>
        <a:lstStyle/>
        <a:p>
          <a:endParaRPr lang="en-US" sz="2000">
            <a:latin typeface="Times New Roman" panose="02020603050405020304" pitchFamily="18" charset="0"/>
            <a:cs typeface="Times New Roman" panose="02020603050405020304" pitchFamily="18" charset="0"/>
          </a:endParaRPr>
        </a:p>
      </dgm:t>
    </dgm:pt>
    <dgm:pt modelId="{405ADFE7-31F7-4B5B-8949-9C6ECFC043A4}">
      <dgm:prSet phldrT="[Text]" custT="1"/>
      <dgm:spPr/>
      <dgm:t>
        <a:bodyPr/>
        <a:lstStyle/>
        <a:p>
          <a:r>
            <a:rPr lang="en-US" sz="2000" smtClean="0">
              <a:latin typeface="Times New Roman" panose="02020603050405020304" pitchFamily="18" charset="0"/>
              <a:cs typeface="Times New Roman" panose="02020603050405020304" pitchFamily="18" charset="0"/>
            </a:rPr>
            <a:t>Hổ trợ 2D và 3D</a:t>
          </a:r>
          <a:endParaRPr lang="en-US" sz="2000">
            <a:latin typeface="Times New Roman" panose="02020603050405020304" pitchFamily="18" charset="0"/>
            <a:cs typeface="Times New Roman" panose="02020603050405020304" pitchFamily="18" charset="0"/>
          </a:endParaRPr>
        </a:p>
      </dgm:t>
    </dgm:pt>
    <dgm:pt modelId="{A91976DA-73E7-4D84-85A8-1A8D7EE49D6E}" type="parTrans" cxnId="{C2046B6F-032E-440D-B14D-57F9A0CDA75C}">
      <dgm:prSet/>
      <dgm:spPr/>
      <dgm:t>
        <a:bodyPr/>
        <a:lstStyle/>
        <a:p>
          <a:endParaRPr lang="en-US" sz="2000">
            <a:latin typeface="Times New Roman" panose="02020603050405020304" pitchFamily="18" charset="0"/>
            <a:cs typeface="Times New Roman" panose="02020603050405020304" pitchFamily="18" charset="0"/>
          </a:endParaRPr>
        </a:p>
      </dgm:t>
    </dgm:pt>
    <dgm:pt modelId="{52BEDFB6-EA60-491A-B2BA-783988B4149B}" type="sibTrans" cxnId="{C2046B6F-032E-440D-B14D-57F9A0CDA75C}">
      <dgm:prSet/>
      <dgm:spPr/>
      <dgm:t>
        <a:bodyPr/>
        <a:lstStyle/>
        <a:p>
          <a:endParaRPr lang="en-US" sz="2000">
            <a:latin typeface="Times New Roman" panose="02020603050405020304" pitchFamily="18" charset="0"/>
            <a:cs typeface="Times New Roman" panose="02020603050405020304" pitchFamily="18" charset="0"/>
          </a:endParaRPr>
        </a:p>
      </dgm:t>
    </dgm:pt>
    <dgm:pt modelId="{1498C0AD-3D75-4EA5-9A64-E71C26139E82}">
      <dgm:prSet phldrT="[Text]" custT="1"/>
      <dgm:spPr/>
      <dgm:t>
        <a:bodyPr/>
        <a:lstStyle/>
        <a:p>
          <a:r>
            <a:rPr lang="en-US" sz="2000" smtClean="0">
              <a:latin typeface="Times New Roman" panose="02020603050405020304" pitchFamily="18" charset="0"/>
              <a:cs typeface="Times New Roman" panose="02020603050405020304" pitchFamily="18" charset="0"/>
            </a:rPr>
            <a:t>Tính kinh tế cao</a:t>
          </a:r>
          <a:endParaRPr lang="en-US" sz="2000">
            <a:latin typeface="Times New Roman" panose="02020603050405020304" pitchFamily="18" charset="0"/>
            <a:cs typeface="Times New Roman" panose="02020603050405020304" pitchFamily="18" charset="0"/>
          </a:endParaRPr>
        </a:p>
      </dgm:t>
    </dgm:pt>
    <dgm:pt modelId="{6885D84C-5F3B-4018-8DFA-99C5A15E8E7E}" type="parTrans" cxnId="{DBAF201D-61F5-4E75-9087-028B81BCA131}">
      <dgm:prSet/>
      <dgm:spPr/>
      <dgm:t>
        <a:bodyPr/>
        <a:lstStyle/>
        <a:p>
          <a:endParaRPr lang="en-US" sz="2000">
            <a:latin typeface="Times New Roman" panose="02020603050405020304" pitchFamily="18" charset="0"/>
            <a:cs typeface="Times New Roman" panose="02020603050405020304" pitchFamily="18" charset="0"/>
          </a:endParaRPr>
        </a:p>
      </dgm:t>
    </dgm:pt>
    <dgm:pt modelId="{A2F84261-6E3C-4A82-A94B-4AB49E92EB78}" type="sibTrans" cxnId="{DBAF201D-61F5-4E75-9087-028B81BCA131}">
      <dgm:prSet/>
      <dgm:spPr/>
      <dgm:t>
        <a:bodyPr/>
        <a:lstStyle/>
        <a:p>
          <a:endParaRPr lang="en-US" sz="2000">
            <a:latin typeface="Times New Roman" panose="02020603050405020304" pitchFamily="18" charset="0"/>
            <a:cs typeface="Times New Roman" panose="02020603050405020304" pitchFamily="18" charset="0"/>
          </a:endParaRPr>
        </a:p>
      </dgm:t>
    </dgm:pt>
    <dgm:pt modelId="{7F9169CE-3677-4D5C-9FC9-837DE8E55B82}" type="pres">
      <dgm:prSet presAssocID="{EA4CE184-6CD9-425B-ACB9-A6E4475448BF}" presName="Name0" presStyleCnt="0">
        <dgm:presLayoutVars>
          <dgm:chMax val="1"/>
          <dgm:dir/>
          <dgm:animLvl val="ctr"/>
          <dgm:resizeHandles val="exact"/>
        </dgm:presLayoutVars>
      </dgm:prSet>
      <dgm:spPr/>
    </dgm:pt>
    <dgm:pt modelId="{A83D50C2-8F36-49F9-AD1E-1250C3827BF0}" type="pres">
      <dgm:prSet presAssocID="{C9F582B9-7660-45D3-870F-0D051987B64E}" presName="centerShape" presStyleLbl="node0" presStyleIdx="0" presStyleCnt="1"/>
      <dgm:spPr/>
    </dgm:pt>
    <dgm:pt modelId="{B9947643-1555-4ED0-97B7-1AAC35F1F812}" type="pres">
      <dgm:prSet presAssocID="{63E33C36-DB16-4DFF-BE03-81B46A5D6146}" presName="node" presStyleLbl="node1" presStyleIdx="0" presStyleCnt="4">
        <dgm:presLayoutVars>
          <dgm:bulletEnabled val="1"/>
        </dgm:presLayoutVars>
      </dgm:prSet>
      <dgm:spPr/>
      <dgm:t>
        <a:bodyPr/>
        <a:lstStyle/>
        <a:p>
          <a:endParaRPr lang="en-US"/>
        </a:p>
      </dgm:t>
    </dgm:pt>
    <dgm:pt modelId="{E04755BF-8C04-4DA8-A4A5-986C84E7421E}" type="pres">
      <dgm:prSet presAssocID="{63E33C36-DB16-4DFF-BE03-81B46A5D6146}" presName="dummy" presStyleCnt="0"/>
      <dgm:spPr/>
    </dgm:pt>
    <dgm:pt modelId="{AF7D2036-75CF-4BFD-8949-86BC2FF6C609}" type="pres">
      <dgm:prSet presAssocID="{2C646552-3D87-4A5D-A8C3-4E6D5D547998}" presName="sibTrans" presStyleLbl="sibTrans2D1" presStyleIdx="0" presStyleCnt="4"/>
      <dgm:spPr/>
    </dgm:pt>
    <dgm:pt modelId="{AEF17781-E2D1-4D64-AFC2-C84402E2320B}" type="pres">
      <dgm:prSet presAssocID="{D1A5D003-C129-420C-B826-6BE7870C48F4}" presName="node" presStyleLbl="node1" presStyleIdx="1" presStyleCnt="4">
        <dgm:presLayoutVars>
          <dgm:bulletEnabled val="1"/>
        </dgm:presLayoutVars>
      </dgm:prSet>
      <dgm:spPr/>
      <dgm:t>
        <a:bodyPr/>
        <a:lstStyle/>
        <a:p>
          <a:endParaRPr lang="en-US"/>
        </a:p>
      </dgm:t>
    </dgm:pt>
    <dgm:pt modelId="{30E252A6-836C-4DC1-A2A1-420CB27F9BE0}" type="pres">
      <dgm:prSet presAssocID="{D1A5D003-C129-420C-B826-6BE7870C48F4}" presName="dummy" presStyleCnt="0"/>
      <dgm:spPr/>
    </dgm:pt>
    <dgm:pt modelId="{C3964831-1EC0-4E53-917B-FE2212C7E074}" type="pres">
      <dgm:prSet presAssocID="{D72FCA4B-BF6C-4D79-9D1A-6320051821BA}" presName="sibTrans" presStyleLbl="sibTrans2D1" presStyleIdx="1" presStyleCnt="4"/>
      <dgm:spPr/>
    </dgm:pt>
    <dgm:pt modelId="{8F4B3637-D564-4FDC-BEF2-50D404256642}" type="pres">
      <dgm:prSet presAssocID="{405ADFE7-31F7-4B5B-8949-9C6ECFC043A4}" presName="node" presStyleLbl="node1" presStyleIdx="2" presStyleCnt="4">
        <dgm:presLayoutVars>
          <dgm:bulletEnabled val="1"/>
        </dgm:presLayoutVars>
      </dgm:prSet>
      <dgm:spPr/>
      <dgm:t>
        <a:bodyPr/>
        <a:lstStyle/>
        <a:p>
          <a:endParaRPr lang="en-US"/>
        </a:p>
      </dgm:t>
    </dgm:pt>
    <dgm:pt modelId="{4A89D263-E67C-4C71-AA55-537588247266}" type="pres">
      <dgm:prSet presAssocID="{405ADFE7-31F7-4B5B-8949-9C6ECFC043A4}" presName="dummy" presStyleCnt="0"/>
      <dgm:spPr/>
    </dgm:pt>
    <dgm:pt modelId="{49E9C044-71DE-449D-80AB-36D1E8935359}" type="pres">
      <dgm:prSet presAssocID="{52BEDFB6-EA60-491A-B2BA-783988B4149B}" presName="sibTrans" presStyleLbl="sibTrans2D1" presStyleIdx="2" presStyleCnt="4"/>
      <dgm:spPr/>
    </dgm:pt>
    <dgm:pt modelId="{9C1E329C-9514-4814-A66B-63AD23AF0942}" type="pres">
      <dgm:prSet presAssocID="{1498C0AD-3D75-4EA5-9A64-E71C26139E82}" presName="node" presStyleLbl="node1" presStyleIdx="3" presStyleCnt="4">
        <dgm:presLayoutVars>
          <dgm:bulletEnabled val="1"/>
        </dgm:presLayoutVars>
      </dgm:prSet>
      <dgm:spPr/>
      <dgm:t>
        <a:bodyPr/>
        <a:lstStyle/>
        <a:p>
          <a:endParaRPr lang="en-US"/>
        </a:p>
      </dgm:t>
    </dgm:pt>
    <dgm:pt modelId="{10CEF61B-77B4-4656-9749-443154C8FF5F}" type="pres">
      <dgm:prSet presAssocID="{1498C0AD-3D75-4EA5-9A64-E71C26139E82}" presName="dummy" presStyleCnt="0"/>
      <dgm:spPr/>
    </dgm:pt>
    <dgm:pt modelId="{AA8AE31D-022E-4154-A828-3CAAC54389A6}" type="pres">
      <dgm:prSet presAssocID="{A2F84261-6E3C-4A82-A94B-4AB49E92EB78}" presName="sibTrans" presStyleLbl="sibTrans2D1" presStyleIdx="3" presStyleCnt="4"/>
      <dgm:spPr/>
    </dgm:pt>
  </dgm:ptLst>
  <dgm:cxnLst>
    <dgm:cxn modelId="{F31BA795-5042-4DB8-83DD-C04D7628EB91}" type="presOf" srcId="{A2F84261-6E3C-4A82-A94B-4AB49E92EB78}" destId="{AA8AE31D-022E-4154-A828-3CAAC54389A6}" srcOrd="0" destOrd="0" presId="urn:microsoft.com/office/officeart/2005/8/layout/radial6"/>
    <dgm:cxn modelId="{6DBE0D39-2AFB-4D54-9BCC-2AAFD7BEF6FF}" type="presOf" srcId="{2C646552-3D87-4A5D-A8C3-4E6D5D547998}" destId="{AF7D2036-75CF-4BFD-8949-86BC2FF6C609}" srcOrd="0" destOrd="0" presId="urn:microsoft.com/office/officeart/2005/8/layout/radial6"/>
    <dgm:cxn modelId="{8952BAF8-941C-4ACE-B8D1-C46A284B1573}" type="presOf" srcId="{63E33C36-DB16-4DFF-BE03-81B46A5D6146}" destId="{B9947643-1555-4ED0-97B7-1AAC35F1F812}" srcOrd="0" destOrd="0" presId="urn:microsoft.com/office/officeart/2005/8/layout/radial6"/>
    <dgm:cxn modelId="{7384143E-45BE-472F-827C-C6C0C751BBAE}" type="presOf" srcId="{D1A5D003-C129-420C-B826-6BE7870C48F4}" destId="{AEF17781-E2D1-4D64-AFC2-C84402E2320B}" srcOrd="0" destOrd="0" presId="urn:microsoft.com/office/officeart/2005/8/layout/radial6"/>
    <dgm:cxn modelId="{255F4445-C045-4F5C-B6B5-387E01A0D670}" type="presOf" srcId="{EA4CE184-6CD9-425B-ACB9-A6E4475448BF}" destId="{7F9169CE-3677-4D5C-9FC9-837DE8E55B82}" srcOrd="0" destOrd="0" presId="urn:microsoft.com/office/officeart/2005/8/layout/radial6"/>
    <dgm:cxn modelId="{C89D562C-3161-4978-81CB-13E9E5E4CC64}" type="presOf" srcId="{1498C0AD-3D75-4EA5-9A64-E71C26139E82}" destId="{9C1E329C-9514-4814-A66B-63AD23AF0942}" srcOrd="0" destOrd="0" presId="urn:microsoft.com/office/officeart/2005/8/layout/radial6"/>
    <dgm:cxn modelId="{2614027E-E57D-456F-95AC-90EE90104D41}" srcId="{C9F582B9-7660-45D3-870F-0D051987B64E}" destId="{D1A5D003-C129-420C-B826-6BE7870C48F4}" srcOrd="1" destOrd="0" parTransId="{244BD546-03F0-459C-A331-691B13193877}" sibTransId="{D72FCA4B-BF6C-4D79-9D1A-6320051821BA}"/>
    <dgm:cxn modelId="{2506F692-C794-4121-A186-6F6C9945D910}" type="presOf" srcId="{52BEDFB6-EA60-491A-B2BA-783988B4149B}" destId="{49E9C044-71DE-449D-80AB-36D1E8935359}" srcOrd="0" destOrd="0" presId="urn:microsoft.com/office/officeart/2005/8/layout/radial6"/>
    <dgm:cxn modelId="{23584B3F-EC78-401E-8508-1D5AC59B37DA}" srcId="{EA4CE184-6CD9-425B-ACB9-A6E4475448BF}" destId="{C9F582B9-7660-45D3-870F-0D051987B64E}" srcOrd="0" destOrd="0" parTransId="{0D406A0B-293E-46BB-A764-05A9B0ED930C}" sibTransId="{E5F0E11F-416F-4AC8-884A-29E80F4C92A9}"/>
    <dgm:cxn modelId="{DBAF201D-61F5-4E75-9087-028B81BCA131}" srcId="{C9F582B9-7660-45D3-870F-0D051987B64E}" destId="{1498C0AD-3D75-4EA5-9A64-E71C26139E82}" srcOrd="3" destOrd="0" parTransId="{6885D84C-5F3B-4018-8DFA-99C5A15E8E7E}" sibTransId="{A2F84261-6E3C-4A82-A94B-4AB49E92EB78}"/>
    <dgm:cxn modelId="{75156E72-507E-41AF-84E8-2C523045242E}" type="presOf" srcId="{405ADFE7-31F7-4B5B-8949-9C6ECFC043A4}" destId="{8F4B3637-D564-4FDC-BEF2-50D404256642}" srcOrd="0" destOrd="0" presId="urn:microsoft.com/office/officeart/2005/8/layout/radial6"/>
    <dgm:cxn modelId="{948E7FAE-F44A-4A73-919C-E3210E358352}" type="presOf" srcId="{C9F582B9-7660-45D3-870F-0D051987B64E}" destId="{A83D50C2-8F36-49F9-AD1E-1250C3827BF0}" srcOrd="0" destOrd="0" presId="urn:microsoft.com/office/officeart/2005/8/layout/radial6"/>
    <dgm:cxn modelId="{7934DF7D-6AA2-4695-8487-27ED3CBB2493}" srcId="{C9F582B9-7660-45D3-870F-0D051987B64E}" destId="{63E33C36-DB16-4DFF-BE03-81B46A5D6146}" srcOrd="0" destOrd="0" parTransId="{9DEB58ED-8B0F-4DDA-B566-8D9421D55267}" sibTransId="{2C646552-3D87-4A5D-A8C3-4E6D5D547998}"/>
    <dgm:cxn modelId="{C2046B6F-032E-440D-B14D-57F9A0CDA75C}" srcId="{C9F582B9-7660-45D3-870F-0D051987B64E}" destId="{405ADFE7-31F7-4B5B-8949-9C6ECFC043A4}" srcOrd="2" destOrd="0" parTransId="{A91976DA-73E7-4D84-85A8-1A8D7EE49D6E}" sibTransId="{52BEDFB6-EA60-491A-B2BA-783988B4149B}"/>
    <dgm:cxn modelId="{6957DB19-6B5D-47CF-9122-62C5616941BE}" type="presOf" srcId="{D72FCA4B-BF6C-4D79-9D1A-6320051821BA}" destId="{C3964831-1EC0-4E53-917B-FE2212C7E074}" srcOrd="0" destOrd="0" presId="urn:microsoft.com/office/officeart/2005/8/layout/radial6"/>
    <dgm:cxn modelId="{30E0C201-145B-43D2-B02B-3A95FEF3EEEF}" type="presParOf" srcId="{7F9169CE-3677-4D5C-9FC9-837DE8E55B82}" destId="{A83D50C2-8F36-49F9-AD1E-1250C3827BF0}" srcOrd="0" destOrd="0" presId="urn:microsoft.com/office/officeart/2005/8/layout/radial6"/>
    <dgm:cxn modelId="{F1B7E6A5-14A1-4001-9B5B-C123FDDD6A62}" type="presParOf" srcId="{7F9169CE-3677-4D5C-9FC9-837DE8E55B82}" destId="{B9947643-1555-4ED0-97B7-1AAC35F1F812}" srcOrd="1" destOrd="0" presId="urn:microsoft.com/office/officeart/2005/8/layout/radial6"/>
    <dgm:cxn modelId="{3D4FBA1D-5B4F-4291-89A0-A50AD732BE61}" type="presParOf" srcId="{7F9169CE-3677-4D5C-9FC9-837DE8E55B82}" destId="{E04755BF-8C04-4DA8-A4A5-986C84E7421E}" srcOrd="2" destOrd="0" presId="urn:microsoft.com/office/officeart/2005/8/layout/radial6"/>
    <dgm:cxn modelId="{DA56E32F-7C0F-470F-9F0F-90C3B32D119A}" type="presParOf" srcId="{7F9169CE-3677-4D5C-9FC9-837DE8E55B82}" destId="{AF7D2036-75CF-4BFD-8949-86BC2FF6C609}" srcOrd="3" destOrd="0" presId="urn:microsoft.com/office/officeart/2005/8/layout/radial6"/>
    <dgm:cxn modelId="{AE64EC19-3A2E-43BF-BC28-85A53C73AB86}" type="presParOf" srcId="{7F9169CE-3677-4D5C-9FC9-837DE8E55B82}" destId="{AEF17781-E2D1-4D64-AFC2-C84402E2320B}" srcOrd="4" destOrd="0" presId="urn:microsoft.com/office/officeart/2005/8/layout/radial6"/>
    <dgm:cxn modelId="{53937AE4-754B-4C77-9AE6-EAA916A0B0BC}" type="presParOf" srcId="{7F9169CE-3677-4D5C-9FC9-837DE8E55B82}" destId="{30E252A6-836C-4DC1-A2A1-420CB27F9BE0}" srcOrd="5" destOrd="0" presId="urn:microsoft.com/office/officeart/2005/8/layout/radial6"/>
    <dgm:cxn modelId="{741EFC0C-406F-4614-BA76-68CF7DE5AE8D}" type="presParOf" srcId="{7F9169CE-3677-4D5C-9FC9-837DE8E55B82}" destId="{C3964831-1EC0-4E53-917B-FE2212C7E074}" srcOrd="6" destOrd="0" presId="urn:microsoft.com/office/officeart/2005/8/layout/radial6"/>
    <dgm:cxn modelId="{43991E73-FAE0-4721-92DB-05511BAA6D4F}" type="presParOf" srcId="{7F9169CE-3677-4D5C-9FC9-837DE8E55B82}" destId="{8F4B3637-D564-4FDC-BEF2-50D404256642}" srcOrd="7" destOrd="0" presId="urn:microsoft.com/office/officeart/2005/8/layout/radial6"/>
    <dgm:cxn modelId="{73DFF690-2E04-4A1E-85F4-27D1B00B9246}" type="presParOf" srcId="{7F9169CE-3677-4D5C-9FC9-837DE8E55B82}" destId="{4A89D263-E67C-4C71-AA55-537588247266}" srcOrd="8" destOrd="0" presId="urn:microsoft.com/office/officeart/2005/8/layout/radial6"/>
    <dgm:cxn modelId="{B3A2D2F3-9F91-4351-B181-A661D9CB4AFE}" type="presParOf" srcId="{7F9169CE-3677-4D5C-9FC9-837DE8E55B82}" destId="{49E9C044-71DE-449D-80AB-36D1E8935359}" srcOrd="9" destOrd="0" presId="urn:microsoft.com/office/officeart/2005/8/layout/radial6"/>
    <dgm:cxn modelId="{10AB9548-560F-41DF-B482-691F0599A884}" type="presParOf" srcId="{7F9169CE-3677-4D5C-9FC9-837DE8E55B82}" destId="{9C1E329C-9514-4814-A66B-63AD23AF0942}" srcOrd="10" destOrd="0" presId="urn:microsoft.com/office/officeart/2005/8/layout/radial6"/>
    <dgm:cxn modelId="{AA1E1898-36C3-4F3D-A158-39BB9914D14C}" type="presParOf" srcId="{7F9169CE-3677-4D5C-9FC9-837DE8E55B82}" destId="{10CEF61B-77B4-4656-9749-443154C8FF5F}" srcOrd="11" destOrd="0" presId="urn:microsoft.com/office/officeart/2005/8/layout/radial6"/>
    <dgm:cxn modelId="{31D4AC64-911F-48FE-9482-10A461CA375D}" type="presParOf" srcId="{7F9169CE-3677-4D5C-9FC9-837DE8E55B82}" destId="{AA8AE31D-022E-4154-A828-3CAAC54389A6}" srcOrd="12" destOrd="0" presId="urn:microsoft.com/office/officeart/2005/8/layout/radial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42FE1-4A56-4D0A-9A22-76ED5B32E5E8}">
      <dsp:nvSpPr>
        <dsp:cNvPr id="0" name=""/>
        <dsp:cNvSpPr/>
      </dsp:nvSpPr>
      <dsp:spPr>
        <a:xfrm>
          <a:off x="1641204" y="304718"/>
          <a:ext cx="2314793" cy="2314793"/>
        </a:xfrm>
        <a:prstGeom prst="pieWedg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en-US" sz="2800" kern="1200" smtClean="0">
              <a:latin typeface="Times New Roman" panose="02020603050405020304" pitchFamily="18" charset="0"/>
              <a:cs typeface="Times New Roman" panose="02020603050405020304" pitchFamily="18" charset="0"/>
            </a:rPr>
            <a:t>Tổng quan</a:t>
          </a:r>
          <a:endParaRPr lang="en-US" sz="2800" kern="1200" dirty="0">
            <a:latin typeface="Times New Roman" panose="02020603050405020304" pitchFamily="18" charset="0"/>
            <a:cs typeface="Times New Roman" panose="02020603050405020304" pitchFamily="18" charset="0"/>
          </a:endParaRPr>
        </a:p>
      </dsp:txBody>
      <dsp:txXfrm>
        <a:off x="2319191" y="982705"/>
        <a:ext cx="1636806" cy="1636806"/>
      </dsp:txXfrm>
    </dsp:sp>
    <dsp:sp modelId="{1D7816C4-C032-4804-8A18-36D3675A27C5}">
      <dsp:nvSpPr>
        <dsp:cNvPr id="0" name=""/>
        <dsp:cNvSpPr/>
      </dsp:nvSpPr>
      <dsp:spPr>
        <a:xfrm rot="5400000">
          <a:off x="4062916" y="304718"/>
          <a:ext cx="2314793" cy="2314793"/>
        </a:xfrm>
        <a:prstGeom prst="pieWedge">
          <a:avLst/>
        </a:prstGeom>
        <a:gradFill rotWithShape="0">
          <a:gsLst>
            <a:gs pos="0">
              <a:schemeClr val="accent1">
                <a:shade val="80000"/>
                <a:hueOff val="90421"/>
                <a:satOff val="1725"/>
                <a:lumOff val="7618"/>
                <a:alphaOff val="0"/>
                <a:satMod val="103000"/>
                <a:lumMod val="102000"/>
                <a:tint val="94000"/>
              </a:schemeClr>
            </a:gs>
            <a:gs pos="50000">
              <a:schemeClr val="accent1">
                <a:shade val="80000"/>
                <a:hueOff val="90421"/>
                <a:satOff val="1725"/>
                <a:lumOff val="7618"/>
                <a:alphaOff val="0"/>
                <a:satMod val="110000"/>
                <a:lumMod val="100000"/>
                <a:shade val="100000"/>
              </a:schemeClr>
            </a:gs>
            <a:gs pos="100000">
              <a:schemeClr val="accent1">
                <a:shade val="80000"/>
                <a:hueOff val="90421"/>
                <a:satOff val="1725"/>
                <a:lumOff val="761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en-US" sz="2800" kern="1200" dirty="0" err="1" smtClean="0">
              <a:latin typeface="Times New Roman" panose="02020603050405020304" pitchFamily="18" charset="0"/>
              <a:cs typeface="Times New Roman" panose="02020603050405020304" pitchFamily="18" charset="0"/>
            </a:rPr>
            <a:t>Cơ</a:t>
          </a:r>
          <a:r>
            <a:rPr lang="en-US" sz="2800" kern="1200" dirty="0" smtClean="0">
              <a:latin typeface="Times New Roman" panose="02020603050405020304" pitchFamily="18" charset="0"/>
              <a:cs typeface="Times New Roman" panose="02020603050405020304" pitchFamily="18" charset="0"/>
            </a:rPr>
            <a:t> </a:t>
          </a:r>
          <a:r>
            <a:rPr lang="en-US" sz="2800" kern="1200" dirty="0" err="1" smtClean="0">
              <a:latin typeface="Times New Roman" panose="02020603050405020304" pitchFamily="18" charset="0"/>
              <a:cs typeface="Times New Roman" panose="02020603050405020304" pitchFamily="18" charset="0"/>
            </a:rPr>
            <a:t>sở</a:t>
          </a:r>
          <a:r>
            <a:rPr lang="en-US" sz="2800" kern="1200" dirty="0" smtClean="0">
              <a:latin typeface="Times New Roman" panose="02020603050405020304" pitchFamily="18" charset="0"/>
              <a:cs typeface="Times New Roman" panose="02020603050405020304" pitchFamily="18" charset="0"/>
            </a:rPr>
            <a:t> </a:t>
          </a:r>
          <a:r>
            <a:rPr lang="en-US" sz="2800" kern="1200" dirty="0" err="1" smtClean="0">
              <a:latin typeface="Times New Roman" panose="02020603050405020304" pitchFamily="18" charset="0"/>
              <a:cs typeface="Times New Roman" panose="02020603050405020304" pitchFamily="18" charset="0"/>
            </a:rPr>
            <a:t>công</a:t>
          </a:r>
          <a:r>
            <a:rPr lang="en-US" sz="2800" kern="1200" dirty="0" smtClean="0">
              <a:latin typeface="Times New Roman" panose="02020603050405020304" pitchFamily="18" charset="0"/>
              <a:cs typeface="Times New Roman" panose="02020603050405020304" pitchFamily="18" charset="0"/>
            </a:rPr>
            <a:t> </a:t>
          </a:r>
          <a:r>
            <a:rPr lang="en-US" sz="2800" kern="1200" dirty="0" err="1" smtClean="0">
              <a:latin typeface="Times New Roman" panose="02020603050405020304" pitchFamily="18" charset="0"/>
              <a:cs typeface="Times New Roman" panose="02020603050405020304" pitchFamily="18" charset="0"/>
            </a:rPr>
            <a:t>nghệ</a:t>
          </a:r>
          <a:endParaRPr lang="en-US" sz="2800" kern="1200" dirty="0">
            <a:latin typeface="Times New Roman" panose="02020603050405020304" pitchFamily="18" charset="0"/>
            <a:cs typeface="Times New Roman" panose="02020603050405020304" pitchFamily="18" charset="0"/>
          </a:endParaRPr>
        </a:p>
      </dsp:txBody>
      <dsp:txXfrm rot="-5400000">
        <a:off x="4062916" y="982705"/>
        <a:ext cx="1636806" cy="1636806"/>
      </dsp:txXfrm>
    </dsp:sp>
    <dsp:sp modelId="{45782053-6A67-4984-A9BC-77FF3DB0C8D5}">
      <dsp:nvSpPr>
        <dsp:cNvPr id="0" name=""/>
        <dsp:cNvSpPr/>
      </dsp:nvSpPr>
      <dsp:spPr>
        <a:xfrm rot="10800000">
          <a:off x="4062916" y="2726430"/>
          <a:ext cx="2314793" cy="2314793"/>
        </a:xfrm>
        <a:prstGeom prst="pieWedge">
          <a:avLst/>
        </a:prstGeom>
        <a:gradFill rotWithShape="0">
          <a:gsLst>
            <a:gs pos="0">
              <a:schemeClr val="accent1">
                <a:shade val="80000"/>
                <a:hueOff val="180842"/>
                <a:satOff val="3450"/>
                <a:lumOff val="15237"/>
                <a:alphaOff val="0"/>
                <a:satMod val="103000"/>
                <a:lumMod val="102000"/>
                <a:tint val="94000"/>
              </a:schemeClr>
            </a:gs>
            <a:gs pos="50000">
              <a:schemeClr val="accent1">
                <a:shade val="80000"/>
                <a:hueOff val="180842"/>
                <a:satOff val="3450"/>
                <a:lumOff val="15237"/>
                <a:alphaOff val="0"/>
                <a:satMod val="110000"/>
                <a:lumMod val="100000"/>
                <a:shade val="100000"/>
              </a:schemeClr>
            </a:gs>
            <a:gs pos="100000">
              <a:schemeClr val="accent1">
                <a:shade val="80000"/>
                <a:hueOff val="180842"/>
                <a:satOff val="3450"/>
                <a:lumOff val="1523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en-US" sz="2800" kern="1200" dirty="0" smtClean="0">
              <a:latin typeface="Times New Roman" panose="02020603050405020304" pitchFamily="18" charset="0"/>
              <a:cs typeface="Times New Roman" panose="02020603050405020304" pitchFamily="18" charset="0"/>
            </a:rPr>
            <a:t>Ý </a:t>
          </a:r>
          <a:r>
            <a:rPr lang="en-US" sz="2800" kern="1200" dirty="0" err="1" smtClean="0">
              <a:latin typeface="Times New Roman" panose="02020603050405020304" pitchFamily="18" charset="0"/>
              <a:cs typeface="Times New Roman" panose="02020603050405020304" pitchFamily="18" charset="0"/>
            </a:rPr>
            <a:t>tưởng</a:t>
          </a:r>
          <a:endParaRPr lang="en-US" sz="2800" kern="1200" dirty="0">
            <a:latin typeface="Times New Roman" panose="02020603050405020304" pitchFamily="18" charset="0"/>
            <a:cs typeface="Times New Roman" panose="02020603050405020304" pitchFamily="18" charset="0"/>
          </a:endParaRPr>
        </a:p>
      </dsp:txBody>
      <dsp:txXfrm rot="10800000">
        <a:off x="4062916" y="2726430"/>
        <a:ext cx="1636806" cy="1636806"/>
      </dsp:txXfrm>
    </dsp:sp>
    <dsp:sp modelId="{A5D4C79B-2ECD-4366-A63D-695C865D9B76}">
      <dsp:nvSpPr>
        <dsp:cNvPr id="0" name=""/>
        <dsp:cNvSpPr/>
      </dsp:nvSpPr>
      <dsp:spPr>
        <a:xfrm rot="16200000">
          <a:off x="1641204" y="2726430"/>
          <a:ext cx="2314793" cy="2314793"/>
        </a:xfrm>
        <a:prstGeom prst="pieWedge">
          <a:avLst/>
        </a:prstGeom>
        <a:gradFill rotWithShape="0">
          <a:gsLst>
            <a:gs pos="0">
              <a:schemeClr val="accent1">
                <a:shade val="80000"/>
                <a:hueOff val="271263"/>
                <a:satOff val="5175"/>
                <a:lumOff val="22855"/>
                <a:alphaOff val="0"/>
                <a:satMod val="103000"/>
                <a:lumMod val="102000"/>
                <a:tint val="94000"/>
              </a:schemeClr>
            </a:gs>
            <a:gs pos="50000">
              <a:schemeClr val="accent1">
                <a:shade val="80000"/>
                <a:hueOff val="271263"/>
                <a:satOff val="5175"/>
                <a:lumOff val="22855"/>
                <a:alphaOff val="0"/>
                <a:satMod val="110000"/>
                <a:lumMod val="100000"/>
                <a:shade val="100000"/>
              </a:schemeClr>
            </a:gs>
            <a:gs pos="100000">
              <a:schemeClr val="accent1">
                <a:shade val="80000"/>
                <a:hueOff val="271263"/>
                <a:satOff val="5175"/>
                <a:lumOff val="2285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en-US" sz="2800" kern="1200" dirty="0" smtClean="0">
              <a:latin typeface="Times New Roman" panose="02020603050405020304" pitchFamily="18" charset="0"/>
              <a:cs typeface="Times New Roman" panose="02020603050405020304" pitchFamily="18" charset="0"/>
            </a:rPr>
            <a:t>Demo – </a:t>
          </a:r>
          <a:r>
            <a:rPr lang="en-US" sz="2800" kern="1200" dirty="0" err="1" smtClean="0">
              <a:latin typeface="Times New Roman" panose="02020603050405020304" pitchFamily="18" charset="0"/>
              <a:cs typeface="Times New Roman" panose="02020603050405020304" pitchFamily="18" charset="0"/>
            </a:rPr>
            <a:t>Kết</a:t>
          </a:r>
          <a:r>
            <a:rPr lang="en-US" sz="2800" kern="1200" dirty="0" smtClean="0">
              <a:latin typeface="Times New Roman" panose="02020603050405020304" pitchFamily="18" charset="0"/>
              <a:cs typeface="Times New Roman" panose="02020603050405020304" pitchFamily="18" charset="0"/>
            </a:rPr>
            <a:t> </a:t>
          </a:r>
          <a:r>
            <a:rPr lang="en-US" sz="2800" kern="1200" dirty="0" err="1" smtClean="0">
              <a:latin typeface="Times New Roman" panose="02020603050405020304" pitchFamily="18" charset="0"/>
              <a:cs typeface="Times New Roman" panose="02020603050405020304" pitchFamily="18" charset="0"/>
            </a:rPr>
            <a:t>luận</a:t>
          </a:r>
          <a:endParaRPr lang="en-US" sz="2800" kern="1200" dirty="0">
            <a:latin typeface="Times New Roman" panose="02020603050405020304" pitchFamily="18" charset="0"/>
            <a:cs typeface="Times New Roman" panose="02020603050405020304" pitchFamily="18" charset="0"/>
          </a:endParaRPr>
        </a:p>
      </dsp:txBody>
      <dsp:txXfrm rot="5400000">
        <a:off x="2319191" y="2726430"/>
        <a:ext cx="1636806" cy="1636806"/>
      </dsp:txXfrm>
    </dsp:sp>
    <dsp:sp modelId="{BB45D64E-C999-46E2-A574-541F3B77BAB2}">
      <dsp:nvSpPr>
        <dsp:cNvPr id="0" name=""/>
        <dsp:cNvSpPr/>
      </dsp:nvSpPr>
      <dsp:spPr>
        <a:xfrm>
          <a:off x="3609848" y="2191836"/>
          <a:ext cx="799218" cy="694972"/>
        </a:xfrm>
        <a:prstGeom prst="circularArrow">
          <a:avLst/>
        </a:prstGeom>
        <a:gradFill rotWithShape="0">
          <a:gsLst>
            <a:gs pos="0">
              <a:schemeClr val="accent1">
                <a:tint val="40000"/>
                <a:hueOff val="0"/>
                <a:satOff val="0"/>
                <a:lumOff val="0"/>
                <a:alphaOff val="0"/>
                <a:satMod val="103000"/>
                <a:lumMod val="102000"/>
                <a:tint val="94000"/>
              </a:schemeClr>
            </a:gs>
            <a:gs pos="50000">
              <a:schemeClr val="accent1">
                <a:tint val="40000"/>
                <a:hueOff val="0"/>
                <a:satOff val="0"/>
                <a:lumOff val="0"/>
                <a:alphaOff val="0"/>
                <a:satMod val="110000"/>
                <a:lumMod val="100000"/>
                <a:shade val="100000"/>
              </a:schemeClr>
            </a:gs>
            <a:gs pos="100000">
              <a:schemeClr val="accent1">
                <a:tint val="4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dsp:style>
    </dsp:sp>
    <dsp:sp modelId="{D3A5711E-C423-4296-9DFA-8019B70077F7}">
      <dsp:nvSpPr>
        <dsp:cNvPr id="0" name=""/>
        <dsp:cNvSpPr/>
      </dsp:nvSpPr>
      <dsp:spPr>
        <a:xfrm rot="10800000">
          <a:off x="3609848" y="2459133"/>
          <a:ext cx="799218" cy="694972"/>
        </a:xfrm>
        <a:prstGeom prst="circularArrow">
          <a:avLst/>
        </a:prstGeom>
        <a:gradFill rotWithShape="0">
          <a:gsLst>
            <a:gs pos="0">
              <a:schemeClr val="accent1">
                <a:tint val="40000"/>
                <a:hueOff val="0"/>
                <a:satOff val="0"/>
                <a:lumOff val="0"/>
                <a:alphaOff val="0"/>
                <a:satMod val="103000"/>
                <a:lumMod val="102000"/>
                <a:tint val="94000"/>
              </a:schemeClr>
            </a:gs>
            <a:gs pos="50000">
              <a:schemeClr val="accent1">
                <a:tint val="40000"/>
                <a:hueOff val="0"/>
                <a:satOff val="0"/>
                <a:lumOff val="0"/>
                <a:alphaOff val="0"/>
                <a:satMod val="110000"/>
                <a:lumMod val="100000"/>
                <a:shade val="100000"/>
              </a:schemeClr>
            </a:gs>
            <a:gs pos="100000">
              <a:schemeClr val="accent1">
                <a:tint val="4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DDFF27-3D40-4D41-B100-F1C24A6EA108}">
      <dsp:nvSpPr>
        <dsp:cNvPr id="0" name=""/>
        <dsp:cNvSpPr/>
      </dsp:nvSpPr>
      <dsp:spPr>
        <a:xfrm>
          <a:off x="1982385" y="3373755"/>
          <a:ext cx="3595725"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B56550-CCE5-444E-9E78-825E41AA4A09}">
      <dsp:nvSpPr>
        <dsp:cNvPr id="0" name=""/>
        <dsp:cNvSpPr/>
      </dsp:nvSpPr>
      <dsp:spPr>
        <a:xfrm>
          <a:off x="1982385" y="2120265"/>
          <a:ext cx="3080004"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68BFC6-9ADB-4772-A217-4A85FE513472}">
      <dsp:nvSpPr>
        <dsp:cNvPr id="0" name=""/>
        <dsp:cNvSpPr/>
      </dsp:nvSpPr>
      <dsp:spPr>
        <a:xfrm>
          <a:off x="1982385" y="866775"/>
          <a:ext cx="3595725"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71292B-4BFC-4F6A-9651-8671AF697F84}">
      <dsp:nvSpPr>
        <dsp:cNvPr id="0" name=""/>
        <dsp:cNvSpPr/>
      </dsp:nvSpPr>
      <dsp:spPr>
        <a:xfrm>
          <a:off x="505344" y="633734"/>
          <a:ext cx="2954081" cy="2973063"/>
        </a:xfrm>
        <a:prstGeom prst="ellipse">
          <a:avLst/>
        </a:prstGeom>
        <a:blipFill>
          <a:blip xmlns:r="http://schemas.openxmlformats.org/officeDocument/2006/relationships" r:embed="rId1" cstate="email">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F63374-94D8-49AA-9C1D-A3070EE43D21}">
      <dsp:nvSpPr>
        <dsp:cNvPr id="0" name=""/>
        <dsp:cNvSpPr/>
      </dsp:nvSpPr>
      <dsp:spPr>
        <a:xfrm>
          <a:off x="836337" y="2231289"/>
          <a:ext cx="2292096" cy="118186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lvl="0" algn="ctr" defTabSz="711200">
            <a:lnSpc>
              <a:spcPct val="90000"/>
            </a:lnSpc>
            <a:spcBef>
              <a:spcPct val="0"/>
            </a:spcBef>
            <a:spcAft>
              <a:spcPct val="35000"/>
            </a:spcAft>
          </a:pPr>
          <a:r>
            <a:rPr lang="en-US" sz="1600" kern="1200" smtClean="0">
              <a:solidFill>
                <a:schemeClr val="tx1"/>
              </a:solidFill>
              <a:latin typeface="Times New Roman" panose="02020603050405020304" pitchFamily="18" charset="0"/>
              <a:cs typeface="Times New Roman" panose="02020603050405020304" pitchFamily="18" charset="0"/>
            </a:rPr>
            <a:t>Học tập</a:t>
          </a:r>
          <a:endParaRPr lang="en-US" sz="1600" kern="1200">
            <a:solidFill>
              <a:schemeClr val="tx1"/>
            </a:solidFill>
            <a:latin typeface="Times New Roman" panose="02020603050405020304" pitchFamily="18" charset="0"/>
            <a:cs typeface="Times New Roman" panose="02020603050405020304" pitchFamily="18" charset="0"/>
          </a:endParaRPr>
        </a:p>
      </dsp:txBody>
      <dsp:txXfrm>
        <a:off x="836337" y="2231289"/>
        <a:ext cx="2292096" cy="1181862"/>
      </dsp:txXfrm>
    </dsp:sp>
    <dsp:sp modelId="{4ACDFFB2-F03E-4512-9EDF-EB44EBBFC49B}">
      <dsp:nvSpPr>
        <dsp:cNvPr id="0" name=""/>
        <dsp:cNvSpPr/>
      </dsp:nvSpPr>
      <dsp:spPr>
        <a:xfrm>
          <a:off x="4678628" y="329565"/>
          <a:ext cx="1074420" cy="1074420"/>
        </a:xfrm>
        <a:prstGeom prst="ellipse">
          <a:avLst/>
        </a:prstGeom>
        <a:blipFill>
          <a:blip xmlns:r="http://schemas.openxmlformats.org/officeDocument/2006/relationships" r:embed="rId2" cstate="email">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CDF97A4-24D7-4683-B3D9-E66555FB049A}">
      <dsp:nvSpPr>
        <dsp:cNvPr id="0" name=""/>
        <dsp:cNvSpPr/>
      </dsp:nvSpPr>
      <dsp:spPr>
        <a:xfrm>
          <a:off x="6115321" y="329565"/>
          <a:ext cx="542134" cy="1074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ctr" anchorCtr="0">
          <a:noAutofit/>
        </a:bodyPr>
        <a:lstStyle/>
        <a:p>
          <a:pPr lvl="0" algn="l" defTabSz="711200">
            <a:lnSpc>
              <a:spcPct val="90000"/>
            </a:lnSpc>
            <a:spcBef>
              <a:spcPct val="0"/>
            </a:spcBef>
            <a:spcAft>
              <a:spcPct val="35000"/>
            </a:spcAft>
          </a:pPr>
          <a:r>
            <a:rPr lang="en-US" sz="1600" kern="1200" smtClean="0">
              <a:latin typeface="Times New Roman" panose="02020603050405020304" pitchFamily="18" charset="0"/>
              <a:cs typeface="Times New Roman" panose="02020603050405020304" pitchFamily="18" charset="0"/>
            </a:rPr>
            <a:t>Chơi cùng nhau</a:t>
          </a:r>
          <a:endParaRPr lang="en-US" sz="1600" kern="1200">
            <a:latin typeface="Times New Roman" panose="02020603050405020304" pitchFamily="18" charset="0"/>
            <a:cs typeface="Times New Roman" panose="02020603050405020304" pitchFamily="18" charset="0"/>
          </a:endParaRPr>
        </a:p>
      </dsp:txBody>
      <dsp:txXfrm>
        <a:off x="6115321" y="329565"/>
        <a:ext cx="542134" cy="1074420"/>
      </dsp:txXfrm>
    </dsp:sp>
    <dsp:sp modelId="{F209BBD3-AA14-472A-896E-FB363F88DD86}">
      <dsp:nvSpPr>
        <dsp:cNvPr id="0" name=""/>
        <dsp:cNvSpPr/>
      </dsp:nvSpPr>
      <dsp:spPr>
        <a:xfrm>
          <a:off x="4373825" y="1583055"/>
          <a:ext cx="1074420" cy="1074420"/>
        </a:xfrm>
        <a:prstGeom prst="ellipse">
          <a:avLst/>
        </a:prstGeom>
        <a:blipFill>
          <a:blip xmlns:r="http://schemas.openxmlformats.org/officeDocument/2006/relationships" r:embed="rId3" cstate="email">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84FC5F2-D986-4F68-8217-1B84218873E3}">
      <dsp:nvSpPr>
        <dsp:cNvPr id="0" name=""/>
        <dsp:cNvSpPr/>
      </dsp:nvSpPr>
      <dsp:spPr>
        <a:xfrm>
          <a:off x="5599599" y="1583055"/>
          <a:ext cx="570337" cy="1074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ctr" anchorCtr="0">
          <a:noAutofit/>
        </a:bodyPr>
        <a:lstStyle/>
        <a:p>
          <a:pPr lvl="0" algn="l" defTabSz="711200">
            <a:lnSpc>
              <a:spcPct val="90000"/>
            </a:lnSpc>
            <a:spcBef>
              <a:spcPct val="0"/>
            </a:spcBef>
            <a:spcAft>
              <a:spcPct val="35000"/>
            </a:spcAft>
          </a:pPr>
          <a:r>
            <a:rPr lang="en-US" sz="1600" kern="1200" smtClean="0">
              <a:latin typeface="Times New Roman" panose="02020603050405020304" pitchFamily="18" charset="0"/>
              <a:cs typeface="Times New Roman" panose="02020603050405020304" pitchFamily="18" charset="0"/>
            </a:rPr>
            <a:t>Hoạt động xã hội</a:t>
          </a:r>
          <a:endParaRPr lang="en-US" sz="1600" kern="1200">
            <a:latin typeface="Times New Roman" panose="02020603050405020304" pitchFamily="18" charset="0"/>
            <a:cs typeface="Times New Roman" panose="02020603050405020304" pitchFamily="18" charset="0"/>
          </a:endParaRPr>
        </a:p>
      </dsp:txBody>
      <dsp:txXfrm>
        <a:off x="5599599" y="1583055"/>
        <a:ext cx="570337" cy="1074420"/>
      </dsp:txXfrm>
    </dsp:sp>
    <dsp:sp modelId="{DCBF496A-D6AB-4721-AE58-E884628CA058}">
      <dsp:nvSpPr>
        <dsp:cNvPr id="0" name=""/>
        <dsp:cNvSpPr/>
      </dsp:nvSpPr>
      <dsp:spPr>
        <a:xfrm>
          <a:off x="4678622" y="2657477"/>
          <a:ext cx="1363084" cy="1432556"/>
        </a:xfrm>
        <a:prstGeom prst="ellipse">
          <a:avLst/>
        </a:prstGeom>
        <a:blipFill>
          <a:blip xmlns:r="http://schemas.openxmlformats.org/officeDocument/2006/relationships" r:embed="rId4" cstate="email">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5A56BAE-40F8-4543-AC8C-9F0FD1B6422E}">
      <dsp:nvSpPr>
        <dsp:cNvPr id="0" name=""/>
        <dsp:cNvSpPr/>
      </dsp:nvSpPr>
      <dsp:spPr>
        <a:xfrm>
          <a:off x="6115321" y="2836545"/>
          <a:ext cx="472431" cy="1074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ctr" anchorCtr="0">
          <a:noAutofit/>
        </a:bodyPr>
        <a:lstStyle/>
        <a:p>
          <a:pPr lvl="0" algn="l" defTabSz="711200">
            <a:lnSpc>
              <a:spcPct val="90000"/>
            </a:lnSpc>
            <a:spcBef>
              <a:spcPct val="0"/>
            </a:spcBef>
            <a:spcAft>
              <a:spcPct val="35000"/>
            </a:spcAft>
          </a:pPr>
          <a:r>
            <a:rPr lang="en-US" sz="1600" kern="1200" smtClean="0">
              <a:latin typeface="Times New Roman" panose="02020603050405020304" pitchFamily="18" charset="0"/>
              <a:cs typeface="Times New Roman" panose="02020603050405020304" pitchFamily="18" charset="0"/>
            </a:rPr>
            <a:t>Giải trí</a:t>
          </a:r>
          <a:endParaRPr lang="en-US" sz="1600" kern="1200">
            <a:latin typeface="Times New Roman" panose="02020603050405020304" pitchFamily="18" charset="0"/>
            <a:cs typeface="Times New Roman" panose="02020603050405020304" pitchFamily="18" charset="0"/>
          </a:endParaRPr>
        </a:p>
      </dsp:txBody>
      <dsp:txXfrm>
        <a:off x="6115321" y="2836545"/>
        <a:ext cx="472431" cy="10744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2247C6-D121-482A-9793-18D97496729E}">
      <dsp:nvSpPr>
        <dsp:cNvPr id="0" name=""/>
        <dsp:cNvSpPr/>
      </dsp:nvSpPr>
      <dsp:spPr>
        <a:xfrm>
          <a:off x="3070098" y="1995678"/>
          <a:ext cx="2439162" cy="2439162"/>
        </a:xfrm>
        <a:prstGeom prst="gear9">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1600" kern="1200" smtClean="0">
              <a:latin typeface="Times New Roman" panose="02020603050405020304" pitchFamily="18" charset="0"/>
              <a:cs typeface="Times New Roman" panose="02020603050405020304" pitchFamily="18" charset="0"/>
            </a:rPr>
            <a:t>Kết hợp giữa thực và ảo</a:t>
          </a:r>
          <a:endParaRPr lang="en-US" sz="1600" kern="1200">
            <a:latin typeface="Times New Roman" panose="02020603050405020304" pitchFamily="18" charset="0"/>
            <a:cs typeface="Times New Roman" panose="02020603050405020304" pitchFamily="18" charset="0"/>
          </a:endParaRPr>
        </a:p>
      </dsp:txBody>
      <dsp:txXfrm>
        <a:off x="3560478" y="2567040"/>
        <a:ext cx="1458402" cy="1253780"/>
      </dsp:txXfrm>
    </dsp:sp>
    <dsp:sp modelId="{364DA5AB-F173-45C2-A228-6F9D9ECB2CE7}">
      <dsp:nvSpPr>
        <dsp:cNvPr id="0" name=""/>
        <dsp:cNvSpPr/>
      </dsp:nvSpPr>
      <dsp:spPr>
        <a:xfrm>
          <a:off x="1650950" y="1419148"/>
          <a:ext cx="1773936" cy="1773936"/>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1600" kern="1200" smtClean="0">
              <a:latin typeface="Times New Roman" panose="02020603050405020304" pitchFamily="18" charset="0"/>
              <a:cs typeface="Times New Roman" panose="02020603050405020304" pitchFamily="18" charset="0"/>
            </a:rPr>
            <a:t>Tương tác với thời gian thực</a:t>
          </a:r>
          <a:endParaRPr lang="en-US" sz="1600" kern="1200">
            <a:latin typeface="Times New Roman" panose="02020603050405020304" pitchFamily="18" charset="0"/>
            <a:cs typeface="Times New Roman" panose="02020603050405020304" pitchFamily="18" charset="0"/>
          </a:endParaRPr>
        </a:p>
      </dsp:txBody>
      <dsp:txXfrm>
        <a:off x="2097544" y="1868441"/>
        <a:ext cx="880748" cy="875350"/>
      </dsp:txXfrm>
    </dsp:sp>
    <dsp:sp modelId="{A3291539-2334-4839-B04F-F33561A3A3E1}">
      <dsp:nvSpPr>
        <dsp:cNvPr id="0" name=""/>
        <dsp:cNvSpPr/>
      </dsp:nvSpPr>
      <dsp:spPr>
        <a:xfrm rot="20700000">
          <a:off x="2644535" y="195313"/>
          <a:ext cx="1738095" cy="1738095"/>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1600" kern="1200" smtClean="0">
              <a:latin typeface="Times New Roman" panose="02020603050405020304" pitchFamily="18" charset="0"/>
              <a:cs typeface="Times New Roman" panose="02020603050405020304" pitchFamily="18" charset="0"/>
            </a:rPr>
            <a:t>Đặng ký trong không gian 3D</a:t>
          </a:r>
          <a:endParaRPr lang="en-US" sz="1600" kern="1200">
            <a:latin typeface="Times New Roman" panose="02020603050405020304" pitchFamily="18" charset="0"/>
            <a:cs typeface="Times New Roman" panose="02020603050405020304" pitchFamily="18" charset="0"/>
          </a:endParaRPr>
        </a:p>
      </dsp:txBody>
      <dsp:txXfrm rot="-20700000">
        <a:off x="3025750" y="576529"/>
        <a:ext cx="975664" cy="975664"/>
      </dsp:txXfrm>
    </dsp:sp>
    <dsp:sp modelId="{2C4BFDDB-E1B0-4EDD-A75B-EF3DB8842F66}">
      <dsp:nvSpPr>
        <dsp:cNvPr id="0" name=""/>
        <dsp:cNvSpPr/>
      </dsp:nvSpPr>
      <dsp:spPr>
        <a:xfrm>
          <a:off x="2885189" y="1626107"/>
          <a:ext cx="3122127" cy="3122127"/>
        </a:xfrm>
        <a:prstGeom prst="circularArrow">
          <a:avLst>
            <a:gd name="adj1" fmla="val 4688"/>
            <a:gd name="adj2" fmla="val 299029"/>
            <a:gd name="adj3" fmla="val 2521655"/>
            <a:gd name="adj4" fmla="val 15849501"/>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88A0744-F49A-4536-A2D8-60ED02B2DCD2}">
      <dsp:nvSpPr>
        <dsp:cNvPr id="0" name=""/>
        <dsp:cNvSpPr/>
      </dsp:nvSpPr>
      <dsp:spPr>
        <a:xfrm>
          <a:off x="1336789" y="1025611"/>
          <a:ext cx="2268420" cy="2268420"/>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B539ACC-91AC-4D0B-B787-69443E5BF8A6}">
      <dsp:nvSpPr>
        <dsp:cNvPr id="0" name=""/>
        <dsp:cNvSpPr/>
      </dsp:nvSpPr>
      <dsp:spPr>
        <a:xfrm>
          <a:off x="2242496" y="-186426"/>
          <a:ext cx="2445814" cy="2445814"/>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AE31D-022E-4154-A828-3CAAC54389A6}">
      <dsp:nvSpPr>
        <dsp:cNvPr id="0" name=""/>
        <dsp:cNvSpPr/>
      </dsp:nvSpPr>
      <dsp:spPr>
        <a:xfrm>
          <a:off x="1610785" y="543985"/>
          <a:ext cx="3636429" cy="3636429"/>
        </a:xfrm>
        <a:prstGeom prst="blockArc">
          <a:avLst>
            <a:gd name="adj1" fmla="val 10800000"/>
            <a:gd name="adj2" fmla="val 16200000"/>
            <a:gd name="adj3" fmla="val 4641"/>
          </a:avLst>
        </a:prstGeom>
        <a:solidFill>
          <a:schemeClr val="accent1">
            <a:shade val="90000"/>
            <a:hueOff val="271295"/>
            <a:satOff val="-626"/>
            <a:lumOff val="1987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9E9C044-71DE-449D-80AB-36D1E8935359}">
      <dsp:nvSpPr>
        <dsp:cNvPr id="0" name=""/>
        <dsp:cNvSpPr/>
      </dsp:nvSpPr>
      <dsp:spPr>
        <a:xfrm>
          <a:off x="1610785" y="543985"/>
          <a:ext cx="3636429" cy="3636429"/>
        </a:xfrm>
        <a:prstGeom prst="blockArc">
          <a:avLst>
            <a:gd name="adj1" fmla="val 5400000"/>
            <a:gd name="adj2" fmla="val 10800000"/>
            <a:gd name="adj3" fmla="val 4641"/>
          </a:avLst>
        </a:prstGeom>
        <a:solidFill>
          <a:schemeClr val="accent1">
            <a:shade val="90000"/>
            <a:hueOff val="180863"/>
            <a:satOff val="-417"/>
            <a:lumOff val="1324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3964831-1EC0-4E53-917B-FE2212C7E074}">
      <dsp:nvSpPr>
        <dsp:cNvPr id="0" name=""/>
        <dsp:cNvSpPr/>
      </dsp:nvSpPr>
      <dsp:spPr>
        <a:xfrm>
          <a:off x="1610785" y="543985"/>
          <a:ext cx="3636429" cy="3636429"/>
        </a:xfrm>
        <a:prstGeom prst="blockArc">
          <a:avLst>
            <a:gd name="adj1" fmla="val 0"/>
            <a:gd name="adj2" fmla="val 5400000"/>
            <a:gd name="adj3" fmla="val 4641"/>
          </a:avLst>
        </a:prstGeom>
        <a:solidFill>
          <a:schemeClr val="accent1">
            <a:shade val="90000"/>
            <a:hueOff val="90432"/>
            <a:satOff val="-209"/>
            <a:lumOff val="662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F7D2036-75CF-4BFD-8949-86BC2FF6C609}">
      <dsp:nvSpPr>
        <dsp:cNvPr id="0" name=""/>
        <dsp:cNvSpPr/>
      </dsp:nvSpPr>
      <dsp:spPr>
        <a:xfrm>
          <a:off x="1610785" y="543985"/>
          <a:ext cx="3636429" cy="3636429"/>
        </a:xfrm>
        <a:prstGeom prst="blockArc">
          <a:avLst>
            <a:gd name="adj1" fmla="val 16200000"/>
            <a:gd name="adj2" fmla="val 0"/>
            <a:gd name="adj3" fmla="val 4641"/>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83D50C2-8F36-49F9-AD1E-1250C3827BF0}">
      <dsp:nvSpPr>
        <dsp:cNvPr id="0" name=""/>
        <dsp:cNvSpPr/>
      </dsp:nvSpPr>
      <dsp:spPr>
        <a:xfrm>
          <a:off x="2591841" y="1525041"/>
          <a:ext cx="1674316" cy="1674316"/>
        </a:xfrm>
        <a:prstGeom prst="ellipse">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smtClean="0">
              <a:latin typeface="Times New Roman" panose="02020603050405020304" pitchFamily="18" charset="0"/>
              <a:cs typeface="Times New Roman" panose="02020603050405020304" pitchFamily="18" charset="0"/>
            </a:rPr>
            <a:t>Unity 3D</a:t>
          </a:r>
          <a:endParaRPr lang="en-US" sz="2000" kern="1200">
            <a:latin typeface="Times New Roman" panose="02020603050405020304" pitchFamily="18" charset="0"/>
            <a:cs typeface="Times New Roman" panose="02020603050405020304" pitchFamily="18" charset="0"/>
          </a:endParaRPr>
        </a:p>
      </dsp:txBody>
      <dsp:txXfrm>
        <a:off x="2837039" y="1770239"/>
        <a:ext cx="1183920" cy="1183920"/>
      </dsp:txXfrm>
    </dsp:sp>
    <dsp:sp modelId="{B9947643-1555-4ED0-97B7-1AAC35F1F812}">
      <dsp:nvSpPr>
        <dsp:cNvPr id="0" name=""/>
        <dsp:cNvSpPr/>
      </dsp:nvSpPr>
      <dsp:spPr>
        <a:xfrm>
          <a:off x="2842989" y="167"/>
          <a:ext cx="1172021" cy="1172021"/>
        </a:xfrm>
        <a:prstGeom prst="ellipse">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smtClean="0">
              <a:latin typeface="Times New Roman" panose="02020603050405020304" pitchFamily="18" charset="0"/>
              <a:cs typeface="Times New Roman" panose="02020603050405020304" pitchFamily="18" charset="0"/>
            </a:rPr>
            <a:t>Dễ sử dụng</a:t>
          </a:r>
          <a:endParaRPr lang="en-US" sz="2000" kern="1200">
            <a:latin typeface="Times New Roman" panose="02020603050405020304" pitchFamily="18" charset="0"/>
            <a:cs typeface="Times New Roman" panose="02020603050405020304" pitchFamily="18" charset="0"/>
          </a:endParaRPr>
        </a:p>
      </dsp:txBody>
      <dsp:txXfrm>
        <a:off x="3014628" y="171806"/>
        <a:ext cx="828743" cy="828743"/>
      </dsp:txXfrm>
    </dsp:sp>
    <dsp:sp modelId="{AEF17781-E2D1-4D64-AFC2-C84402E2320B}">
      <dsp:nvSpPr>
        <dsp:cNvPr id="0" name=""/>
        <dsp:cNvSpPr/>
      </dsp:nvSpPr>
      <dsp:spPr>
        <a:xfrm>
          <a:off x="4619011" y="1776189"/>
          <a:ext cx="1172021" cy="1172021"/>
        </a:xfrm>
        <a:prstGeom prst="ellipse">
          <a:avLst/>
        </a:prstGeom>
        <a:solidFill>
          <a:schemeClr val="accent1">
            <a:shade val="80000"/>
            <a:hueOff val="90421"/>
            <a:satOff val="1725"/>
            <a:lumOff val="76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smtClean="0">
              <a:latin typeface="Times New Roman" panose="02020603050405020304" pitchFamily="18" charset="0"/>
              <a:cs typeface="Times New Roman" panose="02020603050405020304" pitchFamily="18" charset="0"/>
            </a:rPr>
            <a:t>Đa nền tảng</a:t>
          </a:r>
          <a:endParaRPr lang="en-US" sz="2000" kern="1200">
            <a:latin typeface="Times New Roman" panose="02020603050405020304" pitchFamily="18" charset="0"/>
            <a:cs typeface="Times New Roman" panose="02020603050405020304" pitchFamily="18" charset="0"/>
          </a:endParaRPr>
        </a:p>
      </dsp:txBody>
      <dsp:txXfrm>
        <a:off x="4790650" y="1947828"/>
        <a:ext cx="828743" cy="828743"/>
      </dsp:txXfrm>
    </dsp:sp>
    <dsp:sp modelId="{8F4B3637-D564-4FDC-BEF2-50D404256642}">
      <dsp:nvSpPr>
        <dsp:cNvPr id="0" name=""/>
        <dsp:cNvSpPr/>
      </dsp:nvSpPr>
      <dsp:spPr>
        <a:xfrm>
          <a:off x="2842989" y="3552211"/>
          <a:ext cx="1172021" cy="1172021"/>
        </a:xfrm>
        <a:prstGeom prst="ellipse">
          <a:avLst/>
        </a:prstGeom>
        <a:solidFill>
          <a:schemeClr val="accent1">
            <a:shade val="80000"/>
            <a:hueOff val="180842"/>
            <a:satOff val="3450"/>
            <a:lumOff val="152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smtClean="0">
              <a:latin typeface="Times New Roman" panose="02020603050405020304" pitchFamily="18" charset="0"/>
              <a:cs typeface="Times New Roman" panose="02020603050405020304" pitchFamily="18" charset="0"/>
            </a:rPr>
            <a:t>Hổ trợ 2D và 3D</a:t>
          </a:r>
          <a:endParaRPr lang="en-US" sz="2000" kern="1200">
            <a:latin typeface="Times New Roman" panose="02020603050405020304" pitchFamily="18" charset="0"/>
            <a:cs typeface="Times New Roman" panose="02020603050405020304" pitchFamily="18" charset="0"/>
          </a:endParaRPr>
        </a:p>
      </dsp:txBody>
      <dsp:txXfrm>
        <a:off x="3014628" y="3723850"/>
        <a:ext cx="828743" cy="828743"/>
      </dsp:txXfrm>
    </dsp:sp>
    <dsp:sp modelId="{9C1E329C-9514-4814-A66B-63AD23AF0942}">
      <dsp:nvSpPr>
        <dsp:cNvPr id="0" name=""/>
        <dsp:cNvSpPr/>
      </dsp:nvSpPr>
      <dsp:spPr>
        <a:xfrm>
          <a:off x="1066967" y="1776189"/>
          <a:ext cx="1172021" cy="1172021"/>
        </a:xfrm>
        <a:prstGeom prst="ellipse">
          <a:avLst/>
        </a:prstGeom>
        <a:solidFill>
          <a:schemeClr val="accent1">
            <a:shade val="80000"/>
            <a:hueOff val="271263"/>
            <a:satOff val="5175"/>
            <a:lumOff val="228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smtClean="0">
              <a:latin typeface="Times New Roman" panose="02020603050405020304" pitchFamily="18" charset="0"/>
              <a:cs typeface="Times New Roman" panose="02020603050405020304" pitchFamily="18" charset="0"/>
            </a:rPr>
            <a:t>Tính kinh tế cao</a:t>
          </a:r>
          <a:endParaRPr lang="en-US" sz="2000" kern="1200">
            <a:latin typeface="Times New Roman" panose="02020603050405020304" pitchFamily="18" charset="0"/>
            <a:cs typeface="Times New Roman" panose="02020603050405020304" pitchFamily="18" charset="0"/>
          </a:endParaRPr>
        </a:p>
      </dsp:txBody>
      <dsp:txXfrm>
        <a:off x="1238606" y="1947828"/>
        <a:ext cx="828743" cy="828743"/>
      </dsp:txXfrm>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2.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4506C0-3FFE-45A5-803D-9F4FC5464A70}" type="datetimeFigureOut">
              <a:rPr lang="en-US" smtClean="0"/>
              <a:t>1/16/2016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8646707-6BBD-41A9-B4DF-0C76A73A2D2A}" type="slidenum">
              <a:rPr lang="en-US" smtClean="0"/>
              <a:t>‹#›</a:t>
            </a:fld>
            <a:endParaRPr lang="en-US"/>
          </a:p>
        </p:txBody>
      </p:sp>
    </p:spTree>
    <p:extLst>
      <p:ext uri="{BB962C8B-B14F-4D97-AF65-F5344CB8AC3E}">
        <p14:creationId xmlns:p14="http://schemas.microsoft.com/office/powerpoint/2010/main" val="3625102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dirty="0" err="1" smtClean="0">
                <a:solidFill>
                  <a:schemeClr val="tx1"/>
                </a:solidFill>
                <a:effectLst/>
                <a:latin typeface="+mn-lt"/>
                <a:ea typeface="+mn-ea"/>
                <a:cs typeface="+mn-cs"/>
              </a:rPr>
              <a:t>Đa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phần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ngày</a:t>
            </a:r>
            <a:r>
              <a:rPr lang="en-US" sz="1200" kern="1200" dirty="0" smtClean="0">
                <a:solidFill>
                  <a:schemeClr val="tx1"/>
                </a:solidFill>
                <a:effectLst/>
                <a:latin typeface="+mn-lt"/>
                <a:ea typeface="+mn-ea"/>
                <a:cs typeface="+mn-cs"/>
              </a:rPr>
              <a:t> nay </a:t>
            </a:r>
            <a:r>
              <a:rPr lang="en-US" sz="1200" kern="1200" dirty="0" err="1" smtClean="0">
                <a:solidFill>
                  <a:schemeClr val="tx1"/>
                </a:solidFill>
                <a:effectLst/>
                <a:latin typeface="+mn-lt"/>
                <a:ea typeface="+mn-ea"/>
                <a:cs typeface="+mn-cs"/>
              </a:rPr>
              <a:t>không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đọc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sách</a:t>
            </a:r>
            <a:r>
              <a:rPr lang="en-US" sz="1200" kern="1200" dirty="0" smtClean="0">
                <a:solidFill>
                  <a:schemeClr val="tx1"/>
                </a:solidFill>
                <a:effectLst/>
                <a:latin typeface="+mn-lt"/>
                <a:ea typeface="+mn-ea"/>
                <a:cs typeface="+mn-cs"/>
              </a:rPr>
              <a:t> in.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xu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hướng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đam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mê</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thiết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số</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a:t>
            </a:r>
            <a:r>
              <a:rPr lang="en-US" sz="1200" kern="1200" dirty="0" smtClean="0">
                <a:solidFill>
                  <a:schemeClr val="tx1"/>
                </a:solidFill>
                <a:effectLst/>
                <a:latin typeface="+mn-lt"/>
                <a:ea typeface="+mn-ea"/>
                <a:cs typeface="+mn-cs"/>
              </a:rPr>
              <a:t> iPad, </a:t>
            </a:r>
            <a:r>
              <a:rPr lang="en-US" sz="1200" kern="1200" dirty="0" err="1" smtClean="0">
                <a:solidFill>
                  <a:schemeClr val="tx1"/>
                </a:solidFill>
                <a:effectLst/>
                <a:latin typeface="+mn-lt"/>
                <a:ea typeface="+mn-ea"/>
                <a:cs typeface="+mn-cs"/>
              </a:rPr>
              <a:t>điện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thoại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thông</a:t>
            </a:r>
            <a:r>
              <a:rPr lang="en-US" sz="1200" kern="1200" dirty="0" smtClean="0">
                <a:solidFill>
                  <a:schemeClr val="tx1"/>
                </a:solidFill>
                <a:effectLst/>
                <a:latin typeface="+mn-lt"/>
                <a:ea typeface="+mn-ea"/>
                <a:cs typeface="+mn-cs"/>
              </a:rPr>
              <a:t> minh... </a:t>
            </a:r>
            <a:r>
              <a:rPr lang="en-US" sz="1200" kern="1200" dirty="0" err="1" smtClean="0">
                <a:solidFill>
                  <a:schemeClr val="tx1"/>
                </a:solidFill>
                <a:effectLst/>
                <a:latin typeface="+mn-lt"/>
                <a:ea typeface="+mn-ea"/>
                <a:cs typeface="+mn-cs"/>
              </a:rPr>
              <a:t>Chúng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tìm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thấy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mọi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thứ</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dụng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phương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thậm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xem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bộ</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phim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hoạt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hình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yêu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hàng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giờ</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liền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mà</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không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phải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chuyển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kênh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xem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tivi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Điều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sẽ</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gây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nhiều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nghiêm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trọng</a:t>
            </a:r>
            <a:r>
              <a:rPr lang="en-US" sz="1200" kern="1200" dirty="0" smtClean="0">
                <a:solidFill>
                  <a:schemeClr val="tx1"/>
                </a:solidFill>
                <a:effectLst/>
                <a:latin typeface="+mn-lt"/>
                <a:ea typeface="+mn-ea"/>
                <a:cs typeface="+mn-cs"/>
              </a:rPr>
              <a:t>.</a:t>
            </a:r>
          </a:p>
          <a:p>
            <a:pPr lvl="0"/>
            <a:r>
              <a:rPr lang="en-US" sz="1200" b="1" kern="1200" dirty="0" err="1" smtClean="0">
                <a:solidFill>
                  <a:schemeClr val="tx1"/>
                </a:solidFill>
                <a:effectLst/>
                <a:latin typeface="+mn-lt"/>
                <a:ea typeface="+mn-ea"/>
                <a:cs typeface="+mn-cs"/>
              </a:rPr>
              <a:t>Khiến</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trẻ</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lười</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hoạt</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động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thể</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chất</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thiết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kỹ</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thuật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số</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là</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thông</a:t>
            </a:r>
            <a:r>
              <a:rPr lang="en-US" sz="1200" kern="1200" dirty="0" smtClean="0">
                <a:solidFill>
                  <a:schemeClr val="tx1"/>
                </a:solidFill>
                <a:effectLst/>
                <a:latin typeface="+mn-lt"/>
                <a:ea typeface="+mn-ea"/>
                <a:cs typeface="+mn-cs"/>
              </a:rPr>
              <a:t> tin </a:t>
            </a:r>
            <a:r>
              <a:rPr lang="en-US" sz="1200" kern="1200" dirty="0" err="1" smtClean="0">
                <a:solidFill>
                  <a:schemeClr val="tx1"/>
                </a:solidFill>
                <a:effectLst/>
                <a:latin typeface="+mn-lt"/>
                <a:ea typeface="+mn-ea"/>
                <a:cs typeface="+mn-cs"/>
              </a:rPr>
              <a:t>hữu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không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mang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gì</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sức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khỏe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dụng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hầu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dán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mắt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vào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màn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hình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sẽ</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lười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vận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động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không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ngoài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hít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thở</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không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trong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lành</a:t>
            </a:r>
            <a:r>
              <a:rPr lang="en-US" sz="1200" kern="1200" dirty="0" smtClean="0">
                <a:solidFill>
                  <a:schemeClr val="tx1"/>
                </a:solidFill>
                <a:effectLst/>
                <a:latin typeface="+mn-lt"/>
                <a:ea typeface="+mn-ea"/>
                <a:cs typeface="+mn-cs"/>
              </a:rPr>
              <a:t>.</a:t>
            </a:r>
          </a:p>
          <a:p>
            <a:pPr lvl="0"/>
            <a:r>
              <a:rPr lang="en-US" sz="1200" b="1" kern="1200" dirty="0" err="1" smtClean="0">
                <a:solidFill>
                  <a:schemeClr val="tx1"/>
                </a:solidFill>
                <a:effectLst/>
                <a:latin typeface="+mn-lt"/>
                <a:ea typeface="+mn-ea"/>
                <a:cs typeface="+mn-cs"/>
              </a:rPr>
              <a:t>Khiến</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trẻ</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không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còn</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hứng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thú</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với</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đọc</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sách</a:t>
            </a:r>
            <a:r>
              <a:rPr lang="en-US" sz="1200" b="1" kern="1200" dirty="0" smtClean="0">
                <a:solidFill>
                  <a:schemeClr val="tx1"/>
                </a:solidFill>
                <a:effectLst/>
                <a:latin typeface="+mn-lt"/>
                <a:ea typeface="+mn-ea"/>
                <a:cs typeface="+mn-cs"/>
              </a:rPr>
              <a:t> in</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Thiết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thông</a:t>
            </a:r>
            <a:r>
              <a:rPr lang="en-US" sz="1200" kern="1200" dirty="0" smtClean="0">
                <a:solidFill>
                  <a:schemeClr val="tx1"/>
                </a:solidFill>
                <a:effectLst/>
                <a:latin typeface="+mn-lt"/>
                <a:ea typeface="+mn-ea"/>
                <a:cs typeface="+mn-cs"/>
              </a:rPr>
              <a:t> minh </a:t>
            </a:r>
            <a:r>
              <a:rPr lang="en-US" sz="1200" kern="1200" dirty="0" err="1" smtClean="0">
                <a:solidFill>
                  <a:schemeClr val="tx1"/>
                </a:solidFill>
                <a:effectLst/>
                <a:latin typeface="+mn-lt"/>
                <a:ea typeface="+mn-ea"/>
                <a:cs typeface="+mn-cs"/>
              </a:rPr>
              <a:t>giúp</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trong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việc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thập</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thông</a:t>
            </a:r>
            <a:r>
              <a:rPr lang="en-US" sz="1200" kern="1200" dirty="0" smtClean="0">
                <a:solidFill>
                  <a:schemeClr val="tx1"/>
                </a:solidFill>
                <a:effectLst/>
                <a:latin typeface="+mn-lt"/>
                <a:ea typeface="+mn-ea"/>
                <a:cs typeface="+mn-cs"/>
              </a:rPr>
              <a:t> tin, </a:t>
            </a:r>
            <a:r>
              <a:rPr lang="en-US" sz="1200" kern="1200" dirty="0" err="1" smtClean="0">
                <a:solidFill>
                  <a:schemeClr val="tx1"/>
                </a:solidFill>
                <a:effectLst/>
                <a:latin typeface="+mn-lt"/>
                <a:ea typeface="+mn-ea"/>
                <a:cs typeface="+mn-cs"/>
              </a:rPr>
              <a:t>nhưng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đứa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được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khuyến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đọc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sách</a:t>
            </a:r>
            <a:r>
              <a:rPr lang="en-US" sz="1200" kern="1200" dirty="0" smtClean="0">
                <a:solidFill>
                  <a:schemeClr val="tx1"/>
                </a:solidFill>
                <a:effectLst/>
                <a:latin typeface="+mn-lt"/>
                <a:ea typeface="+mn-ea"/>
                <a:cs typeface="+mn-cs"/>
              </a:rPr>
              <a:t> in </a:t>
            </a:r>
            <a:r>
              <a:rPr lang="en-US" sz="1200" kern="1200" dirty="0" err="1" smtClean="0">
                <a:solidFill>
                  <a:schemeClr val="tx1"/>
                </a:solidFill>
                <a:effectLst/>
                <a:latin typeface="+mn-lt"/>
                <a:ea typeface="+mn-ea"/>
                <a:cs typeface="+mn-cs"/>
              </a:rPr>
              <a:t>sẽ</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lợi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phát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triển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não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hơn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dễ</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nhất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thấm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nhuần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bài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học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là</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thông</a:t>
            </a:r>
            <a:r>
              <a:rPr lang="en-US" sz="1200" kern="1200" dirty="0" smtClean="0">
                <a:solidFill>
                  <a:schemeClr val="tx1"/>
                </a:solidFill>
                <a:effectLst/>
                <a:latin typeface="+mn-lt"/>
                <a:ea typeface="+mn-ea"/>
                <a:cs typeface="+mn-cs"/>
              </a:rPr>
              <a:t> qua </a:t>
            </a:r>
            <a:r>
              <a:rPr lang="en-US" sz="1200" kern="1200" dirty="0" err="1" smtClean="0">
                <a:solidFill>
                  <a:schemeClr val="tx1"/>
                </a:solidFill>
                <a:effectLst/>
                <a:latin typeface="+mn-lt"/>
                <a:ea typeface="+mn-ea"/>
                <a:cs typeface="+mn-cs"/>
              </a:rPr>
              <a:t>việc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đọc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sách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thiết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kỹ</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thuật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giúp</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trong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việc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đọc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sách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chúng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cũng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đưa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đến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xao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lãng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vì</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dỗ</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bởi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trò</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trong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Thực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tế</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một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đứa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nghiện</a:t>
            </a:r>
            <a:r>
              <a:rPr lang="en-US" sz="1200" kern="1200" dirty="0" smtClean="0">
                <a:solidFill>
                  <a:schemeClr val="tx1"/>
                </a:solidFill>
                <a:effectLst/>
                <a:latin typeface="+mn-lt"/>
                <a:ea typeface="+mn-ea"/>
                <a:cs typeface="+mn-cs"/>
              </a:rPr>
              <a:t> game </a:t>
            </a:r>
            <a:r>
              <a:rPr lang="en-US" sz="1200" kern="1200" dirty="0" err="1" smtClean="0">
                <a:solidFill>
                  <a:schemeClr val="tx1"/>
                </a:solidFill>
                <a:effectLst/>
                <a:latin typeface="+mn-lt"/>
                <a:ea typeface="+mn-ea"/>
                <a:cs typeface="+mn-cs"/>
              </a:rPr>
              <a:t>hiếm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đọc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sách</a:t>
            </a:r>
            <a:r>
              <a:rPr lang="en-US" sz="1200" kern="1200" dirty="0" smtClean="0">
                <a:solidFill>
                  <a:schemeClr val="tx1"/>
                </a:solidFill>
                <a:effectLst/>
                <a:latin typeface="+mn-lt"/>
                <a:ea typeface="+mn-ea"/>
                <a:cs typeface="+mn-cs"/>
              </a:rPr>
              <a:t>.</a:t>
            </a:r>
          </a:p>
          <a:p>
            <a:pPr lvl="0"/>
            <a:r>
              <a:rPr lang="en-US" sz="1200" b="1" kern="1200" dirty="0" err="1" smtClean="0">
                <a:solidFill>
                  <a:schemeClr val="tx1"/>
                </a:solidFill>
                <a:effectLst/>
                <a:latin typeface="+mn-lt"/>
                <a:ea typeface="+mn-ea"/>
                <a:cs typeface="+mn-cs"/>
              </a:rPr>
              <a:t>Giảm</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đi</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giá</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trị</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của</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những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mối</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quan</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hệ</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Đứa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hiểu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về</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giá</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mối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quan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hệ</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ngay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từ</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còn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ấu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thơ</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Nếu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một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đứa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thân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với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thiết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hoặc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một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hùng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ảo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một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người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bạn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thân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chúng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sẽ</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chẳng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bao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giờ</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hiểu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được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giá</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thực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mối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liên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đới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ngoài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thực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nhà</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tâm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lý</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rằng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bất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một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người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cũng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làm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thân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với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người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bạn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thật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ngoài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lớn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và</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phát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triển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hơn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trong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mối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quan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hệ</a:t>
            </a:r>
            <a:r>
              <a:rPr lang="en-US" sz="1200" kern="1200" dirty="0" smtClean="0">
                <a:solidFill>
                  <a:schemeClr val="tx1"/>
                </a:solidFill>
                <a:effectLst/>
                <a:latin typeface="+mn-lt"/>
                <a:ea typeface="+mn-ea"/>
                <a:cs typeface="+mn-cs"/>
              </a:rPr>
              <a:t>.</a:t>
            </a:r>
          </a:p>
          <a:p>
            <a:pPr lvl="0"/>
            <a:r>
              <a:rPr lang="en-US" sz="1200" b="1" kern="1200" dirty="0" err="1" smtClean="0">
                <a:solidFill>
                  <a:schemeClr val="tx1"/>
                </a:solidFill>
                <a:effectLst/>
                <a:latin typeface="+mn-lt"/>
                <a:ea typeface="+mn-ea"/>
                <a:cs typeface="+mn-cs"/>
              </a:rPr>
              <a:t>Giết</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chết</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năng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lực</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tập</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trung</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Nghiên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cứu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đã</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chỉ</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rằng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quá</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nhiều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thứ</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quan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âm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lớn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tivi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hoặc</a:t>
            </a:r>
            <a:r>
              <a:rPr lang="en-US" sz="1200" kern="1200" dirty="0" smtClean="0">
                <a:solidFill>
                  <a:schemeClr val="tx1"/>
                </a:solidFill>
                <a:effectLst/>
                <a:latin typeface="+mn-lt"/>
                <a:ea typeface="+mn-ea"/>
                <a:cs typeface="+mn-cs"/>
              </a:rPr>
              <a:t> Internet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gây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đến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khả</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năng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tập</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trung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phiền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nhiễu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cũng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ảnh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hưởng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xấu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đến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hành</a:t>
            </a:r>
            <a:r>
              <a:rPr lang="en-US" sz="1200" kern="1200" dirty="0" smtClean="0">
                <a:solidFill>
                  <a:schemeClr val="tx1"/>
                </a:solidFill>
                <a:effectLst/>
                <a:latin typeface="+mn-lt"/>
                <a:ea typeface="+mn-ea"/>
                <a:cs typeface="+mn-cs"/>
              </a:rPr>
              <a:t> vi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Vì</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thế</a:t>
            </a:r>
            <a:r>
              <a:rPr lang="en-US" sz="1200" kern="1200" dirty="0" smtClean="0">
                <a:solidFill>
                  <a:schemeClr val="tx1"/>
                </a:solidFill>
                <a:effectLst/>
                <a:latin typeface="+mn-lt"/>
                <a:ea typeface="+mn-ea"/>
                <a:cs typeface="+mn-cs"/>
              </a:rPr>
              <a:t>, cha </a:t>
            </a:r>
            <a:r>
              <a:rPr lang="en-US" sz="1200" kern="1200" dirty="0" err="1" smtClean="0">
                <a:solidFill>
                  <a:schemeClr val="tx1"/>
                </a:solidFill>
                <a:effectLst/>
                <a:latin typeface="+mn-lt"/>
                <a:ea typeface="+mn-ea"/>
                <a:cs typeface="+mn-cs"/>
              </a:rPr>
              <a:t>mẹ</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được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khuyên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tránh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dụng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này</a:t>
            </a:r>
            <a:r>
              <a:rPr lang="en-US" sz="1200" kern="1200" dirty="0" smtClean="0">
                <a:solidFill>
                  <a:schemeClr val="tx1"/>
                </a:solidFill>
                <a:effectLst/>
                <a:latin typeface="+mn-lt"/>
                <a:ea typeface="+mn-ea"/>
                <a:cs typeface="+mn-cs"/>
              </a:rPr>
              <a:t>.</a:t>
            </a:r>
          </a:p>
          <a:p>
            <a:pPr lvl="0"/>
            <a:r>
              <a:rPr lang="en-US" sz="1200" b="1" kern="1200" dirty="0" err="1" smtClean="0">
                <a:solidFill>
                  <a:schemeClr val="tx1"/>
                </a:solidFill>
                <a:effectLst/>
                <a:latin typeface="+mn-lt"/>
                <a:ea typeface="+mn-ea"/>
                <a:cs typeface="+mn-cs"/>
              </a:rPr>
              <a:t>Làm</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nghèo</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đi</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trí</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tưởng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tượng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và</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khả</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năng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sáng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tạo</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Nghiên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cứu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đã</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chỉ</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rằng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quá</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nhiều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thứ</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quan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âm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lớn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tivi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hoặc</a:t>
            </a:r>
            <a:r>
              <a:rPr lang="en-US" sz="1200" kern="1200" dirty="0" smtClean="0">
                <a:solidFill>
                  <a:schemeClr val="tx1"/>
                </a:solidFill>
                <a:effectLst/>
                <a:latin typeface="+mn-lt"/>
                <a:ea typeface="+mn-ea"/>
                <a:cs typeface="+mn-cs"/>
              </a:rPr>
              <a:t> Internet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gây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đến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khả</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năng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tập</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trung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phiền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nhiễu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cũng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ảnh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hưởng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xấu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đến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hành</a:t>
            </a:r>
            <a:r>
              <a:rPr lang="en-US" sz="1200" kern="1200" dirty="0" smtClean="0">
                <a:solidFill>
                  <a:schemeClr val="tx1"/>
                </a:solidFill>
                <a:effectLst/>
                <a:latin typeface="+mn-lt"/>
                <a:ea typeface="+mn-ea"/>
                <a:cs typeface="+mn-cs"/>
              </a:rPr>
              <a:t> vi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Vì</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thế</a:t>
            </a:r>
            <a:r>
              <a:rPr lang="en-US" sz="1200" kern="1200" dirty="0" smtClean="0">
                <a:solidFill>
                  <a:schemeClr val="tx1"/>
                </a:solidFill>
                <a:effectLst/>
                <a:latin typeface="+mn-lt"/>
                <a:ea typeface="+mn-ea"/>
                <a:cs typeface="+mn-cs"/>
              </a:rPr>
              <a:t>, cha </a:t>
            </a:r>
            <a:r>
              <a:rPr lang="en-US" sz="1200" kern="1200" dirty="0" err="1" smtClean="0">
                <a:solidFill>
                  <a:schemeClr val="tx1"/>
                </a:solidFill>
                <a:effectLst/>
                <a:latin typeface="+mn-lt"/>
                <a:ea typeface="+mn-ea"/>
                <a:cs typeface="+mn-cs"/>
              </a:rPr>
              <a:t>mẹ</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được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khuyên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tránh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dụng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này</a:t>
            </a:r>
            <a:r>
              <a:rPr lang="en-US" sz="1200" kern="1200" dirty="0" smtClean="0">
                <a:solidFill>
                  <a:schemeClr val="tx1"/>
                </a:solidFill>
                <a:effectLst/>
                <a:latin typeface="+mn-lt"/>
                <a:ea typeface="+mn-ea"/>
                <a:cs typeface="+mn-cs"/>
              </a:rPr>
              <a: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3</a:t>
            </a:fld>
            <a:endParaRPr lang="en-US"/>
          </a:p>
        </p:txBody>
      </p:sp>
    </p:spTree>
    <p:extLst>
      <p:ext uri="{BB962C8B-B14F-4D97-AF65-F5344CB8AC3E}">
        <p14:creationId xmlns:p14="http://schemas.microsoft.com/office/powerpoint/2010/main" val="2230638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dirty="0" err="1" smtClean="0">
                <a:solidFill>
                  <a:schemeClr val="tx1"/>
                </a:solidFill>
                <a:effectLst/>
                <a:latin typeface="+mn-lt"/>
                <a:ea typeface="+mn-ea"/>
                <a:cs typeface="+mn-cs"/>
              </a:rPr>
              <a:t>Đa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phần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ngày</a:t>
            </a:r>
            <a:r>
              <a:rPr lang="en-US" sz="1200" kern="1200" dirty="0" smtClean="0">
                <a:solidFill>
                  <a:schemeClr val="tx1"/>
                </a:solidFill>
                <a:effectLst/>
                <a:latin typeface="+mn-lt"/>
                <a:ea typeface="+mn-ea"/>
                <a:cs typeface="+mn-cs"/>
              </a:rPr>
              <a:t> nay </a:t>
            </a:r>
            <a:r>
              <a:rPr lang="en-US" sz="1200" kern="1200" dirty="0" err="1" smtClean="0">
                <a:solidFill>
                  <a:schemeClr val="tx1"/>
                </a:solidFill>
                <a:effectLst/>
                <a:latin typeface="+mn-lt"/>
                <a:ea typeface="+mn-ea"/>
                <a:cs typeface="+mn-cs"/>
              </a:rPr>
              <a:t>không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đọc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sách</a:t>
            </a:r>
            <a:r>
              <a:rPr lang="en-US" sz="1200" kern="1200" dirty="0" smtClean="0">
                <a:solidFill>
                  <a:schemeClr val="tx1"/>
                </a:solidFill>
                <a:effectLst/>
                <a:latin typeface="+mn-lt"/>
                <a:ea typeface="+mn-ea"/>
                <a:cs typeface="+mn-cs"/>
              </a:rPr>
              <a:t> in.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xu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hướng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đam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mê</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thiết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số</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a:t>
            </a:r>
            <a:r>
              <a:rPr lang="en-US" sz="1200" kern="1200" dirty="0" smtClean="0">
                <a:solidFill>
                  <a:schemeClr val="tx1"/>
                </a:solidFill>
                <a:effectLst/>
                <a:latin typeface="+mn-lt"/>
                <a:ea typeface="+mn-ea"/>
                <a:cs typeface="+mn-cs"/>
              </a:rPr>
              <a:t> iPad, </a:t>
            </a:r>
            <a:r>
              <a:rPr lang="en-US" sz="1200" kern="1200" dirty="0" err="1" smtClean="0">
                <a:solidFill>
                  <a:schemeClr val="tx1"/>
                </a:solidFill>
                <a:effectLst/>
                <a:latin typeface="+mn-lt"/>
                <a:ea typeface="+mn-ea"/>
                <a:cs typeface="+mn-cs"/>
              </a:rPr>
              <a:t>điện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thoại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thông</a:t>
            </a:r>
            <a:r>
              <a:rPr lang="en-US" sz="1200" kern="1200" dirty="0" smtClean="0">
                <a:solidFill>
                  <a:schemeClr val="tx1"/>
                </a:solidFill>
                <a:effectLst/>
                <a:latin typeface="+mn-lt"/>
                <a:ea typeface="+mn-ea"/>
                <a:cs typeface="+mn-cs"/>
              </a:rPr>
              <a:t> minh... </a:t>
            </a:r>
            <a:r>
              <a:rPr lang="en-US" sz="1200" kern="1200" dirty="0" err="1" smtClean="0">
                <a:solidFill>
                  <a:schemeClr val="tx1"/>
                </a:solidFill>
                <a:effectLst/>
                <a:latin typeface="+mn-lt"/>
                <a:ea typeface="+mn-ea"/>
                <a:cs typeface="+mn-cs"/>
              </a:rPr>
              <a:t>Chúng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tìm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thấy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mọi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thứ</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dụng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phương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thậm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xem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bộ</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phim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hoạt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hình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yêu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hàng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giờ</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liền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mà</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không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phải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chuyển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kênh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xem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tivi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Điều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sẽ</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gây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nhiều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nghiêm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trọng</a:t>
            </a:r>
            <a:r>
              <a:rPr lang="en-US" sz="1200" kern="1200" dirty="0" smtClean="0">
                <a:solidFill>
                  <a:schemeClr val="tx1"/>
                </a:solidFill>
                <a:effectLst/>
                <a:latin typeface="+mn-lt"/>
                <a:ea typeface="+mn-ea"/>
                <a:cs typeface="+mn-cs"/>
              </a:rPr>
              <a:t>.</a:t>
            </a:r>
          </a:p>
          <a:p>
            <a:pPr lvl="0"/>
            <a:r>
              <a:rPr lang="en-US" sz="1200" b="1" kern="1200" dirty="0" err="1" smtClean="0">
                <a:solidFill>
                  <a:schemeClr val="tx1"/>
                </a:solidFill>
                <a:effectLst/>
                <a:latin typeface="+mn-lt"/>
                <a:ea typeface="+mn-ea"/>
                <a:cs typeface="+mn-cs"/>
              </a:rPr>
              <a:t>Khiến</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trẻ</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lười</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hoạt</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động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thể</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chất</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thiết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kỹ</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thuật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số</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là</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thông</a:t>
            </a:r>
            <a:r>
              <a:rPr lang="en-US" sz="1200" kern="1200" dirty="0" smtClean="0">
                <a:solidFill>
                  <a:schemeClr val="tx1"/>
                </a:solidFill>
                <a:effectLst/>
                <a:latin typeface="+mn-lt"/>
                <a:ea typeface="+mn-ea"/>
                <a:cs typeface="+mn-cs"/>
              </a:rPr>
              <a:t> tin </a:t>
            </a:r>
            <a:r>
              <a:rPr lang="en-US" sz="1200" kern="1200" dirty="0" err="1" smtClean="0">
                <a:solidFill>
                  <a:schemeClr val="tx1"/>
                </a:solidFill>
                <a:effectLst/>
                <a:latin typeface="+mn-lt"/>
                <a:ea typeface="+mn-ea"/>
                <a:cs typeface="+mn-cs"/>
              </a:rPr>
              <a:t>hữu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không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mang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gì</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sức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khỏe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dụng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hầu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dán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mắt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vào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màn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hình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sẽ</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lười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vận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động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không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ngoài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hít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thở</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không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trong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lành</a:t>
            </a:r>
            <a:r>
              <a:rPr lang="en-US" sz="1200" kern="1200" dirty="0" smtClean="0">
                <a:solidFill>
                  <a:schemeClr val="tx1"/>
                </a:solidFill>
                <a:effectLst/>
                <a:latin typeface="+mn-lt"/>
                <a:ea typeface="+mn-ea"/>
                <a:cs typeface="+mn-cs"/>
              </a:rPr>
              <a:t>.</a:t>
            </a:r>
          </a:p>
          <a:p>
            <a:pPr lvl="0"/>
            <a:r>
              <a:rPr lang="en-US" sz="1200" b="1" kern="1200" dirty="0" err="1" smtClean="0">
                <a:solidFill>
                  <a:schemeClr val="tx1"/>
                </a:solidFill>
                <a:effectLst/>
                <a:latin typeface="+mn-lt"/>
                <a:ea typeface="+mn-ea"/>
                <a:cs typeface="+mn-cs"/>
              </a:rPr>
              <a:t>Khiến</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trẻ</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không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còn</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hứng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thú</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với</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đọc</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sách</a:t>
            </a:r>
            <a:r>
              <a:rPr lang="en-US" sz="1200" b="1" kern="1200" dirty="0" smtClean="0">
                <a:solidFill>
                  <a:schemeClr val="tx1"/>
                </a:solidFill>
                <a:effectLst/>
                <a:latin typeface="+mn-lt"/>
                <a:ea typeface="+mn-ea"/>
                <a:cs typeface="+mn-cs"/>
              </a:rPr>
              <a:t> in</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Thiết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thông</a:t>
            </a:r>
            <a:r>
              <a:rPr lang="en-US" sz="1200" kern="1200" dirty="0" smtClean="0">
                <a:solidFill>
                  <a:schemeClr val="tx1"/>
                </a:solidFill>
                <a:effectLst/>
                <a:latin typeface="+mn-lt"/>
                <a:ea typeface="+mn-ea"/>
                <a:cs typeface="+mn-cs"/>
              </a:rPr>
              <a:t> minh </a:t>
            </a:r>
            <a:r>
              <a:rPr lang="en-US" sz="1200" kern="1200" dirty="0" err="1" smtClean="0">
                <a:solidFill>
                  <a:schemeClr val="tx1"/>
                </a:solidFill>
                <a:effectLst/>
                <a:latin typeface="+mn-lt"/>
                <a:ea typeface="+mn-ea"/>
                <a:cs typeface="+mn-cs"/>
              </a:rPr>
              <a:t>giúp</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trong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việc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thập</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thông</a:t>
            </a:r>
            <a:r>
              <a:rPr lang="en-US" sz="1200" kern="1200" dirty="0" smtClean="0">
                <a:solidFill>
                  <a:schemeClr val="tx1"/>
                </a:solidFill>
                <a:effectLst/>
                <a:latin typeface="+mn-lt"/>
                <a:ea typeface="+mn-ea"/>
                <a:cs typeface="+mn-cs"/>
              </a:rPr>
              <a:t> tin, </a:t>
            </a:r>
            <a:r>
              <a:rPr lang="en-US" sz="1200" kern="1200" dirty="0" err="1" smtClean="0">
                <a:solidFill>
                  <a:schemeClr val="tx1"/>
                </a:solidFill>
                <a:effectLst/>
                <a:latin typeface="+mn-lt"/>
                <a:ea typeface="+mn-ea"/>
                <a:cs typeface="+mn-cs"/>
              </a:rPr>
              <a:t>nhưng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đứa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được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khuyến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đọc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sách</a:t>
            </a:r>
            <a:r>
              <a:rPr lang="en-US" sz="1200" kern="1200" dirty="0" smtClean="0">
                <a:solidFill>
                  <a:schemeClr val="tx1"/>
                </a:solidFill>
                <a:effectLst/>
                <a:latin typeface="+mn-lt"/>
                <a:ea typeface="+mn-ea"/>
                <a:cs typeface="+mn-cs"/>
              </a:rPr>
              <a:t> in </a:t>
            </a:r>
            <a:r>
              <a:rPr lang="en-US" sz="1200" kern="1200" dirty="0" err="1" smtClean="0">
                <a:solidFill>
                  <a:schemeClr val="tx1"/>
                </a:solidFill>
                <a:effectLst/>
                <a:latin typeface="+mn-lt"/>
                <a:ea typeface="+mn-ea"/>
                <a:cs typeface="+mn-cs"/>
              </a:rPr>
              <a:t>sẽ</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lợi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phát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triển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não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hơn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dễ</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nhất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thấm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nhuần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bài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học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là</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thông</a:t>
            </a:r>
            <a:r>
              <a:rPr lang="en-US" sz="1200" kern="1200" dirty="0" smtClean="0">
                <a:solidFill>
                  <a:schemeClr val="tx1"/>
                </a:solidFill>
                <a:effectLst/>
                <a:latin typeface="+mn-lt"/>
                <a:ea typeface="+mn-ea"/>
                <a:cs typeface="+mn-cs"/>
              </a:rPr>
              <a:t> qua </a:t>
            </a:r>
            <a:r>
              <a:rPr lang="en-US" sz="1200" kern="1200" dirty="0" err="1" smtClean="0">
                <a:solidFill>
                  <a:schemeClr val="tx1"/>
                </a:solidFill>
                <a:effectLst/>
                <a:latin typeface="+mn-lt"/>
                <a:ea typeface="+mn-ea"/>
                <a:cs typeface="+mn-cs"/>
              </a:rPr>
              <a:t>việc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đọc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sách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thiết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kỹ</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thuật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giúp</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trong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việc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đọc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sách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chúng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cũng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đưa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đến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xao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lãng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vì</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dỗ</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bởi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trò</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trong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Thực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tế</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một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đứa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nghiện</a:t>
            </a:r>
            <a:r>
              <a:rPr lang="en-US" sz="1200" kern="1200" dirty="0" smtClean="0">
                <a:solidFill>
                  <a:schemeClr val="tx1"/>
                </a:solidFill>
                <a:effectLst/>
                <a:latin typeface="+mn-lt"/>
                <a:ea typeface="+mn-ea"/>
                <a:cs typeface="+mn-cs"/>
              </a:rPr>
              <a:t> game </a:t>
            </a:r>
            <a:r>
              <a:rPr lang="en-US" sz="1200" kern="1200" dirty="0" err="1" smtClean="0">
                <a:solidFill>
                  <a:schemeClr val="tx1"/>
                </a:solidFill>
                <a:effectLst/>
                <a:latin typeface="+mn-lt"/>
                <a:ea typeface="+mn-ea"/>
                <a:cs typeface="+mn-cs"/>
              </a:rPr>
              <a:t>hiếm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đọc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sách</a:t>
            </a:r>
            <a:r>
              <a:rPr lang="en-US" sz="1200" kern="1200" dirty="0" smtClean="0">
                <a:solidFill>
                  <a:schemeClr val="tx1"/>
                </a:solidFill>
                <a:effectLst/>
                <a:latin typeface="+mn-lt"/>
                <a:ea typeface="+mn-ea"/>
                <a:cs typeface="+mn-cs"/>
              </a:rPr>
              <a:t>.</a:t>
            </a:r>
          </a:p>
          <a:p>
            <a:pPr lvl="0"/>
            <a:r>
              <a:rPr lang="en-US" sz="1200" b="1" kern="1200" dirty="0" err="1" smtClean="0">
                <a:solidFill>
                  <a:schemeClr val="tx1"/>
                </a:solidFill>
                <a:effectLst/>
                <a:latin typeface="+mn-lt"/>
                <a:ea typeface="+mn-ea"/>
                <a:cs typeface="+mn-cs"/>
              </a:rPr>
              <a:t>Giảm</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đi</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giá</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trị</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của</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những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mối</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quan</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hệ</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Đứa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hiểu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về</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giá</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mối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quan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hệ</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ngay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từ</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còn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ấu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thơ</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Nếu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một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đứa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thân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với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thiết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hoặc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một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hùng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ảo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một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người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bạn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thân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chúng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sẽ</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chẳng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bao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giờ</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hiểu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được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giá</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trị</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thực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mối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liên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đới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ngoài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thực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nhà</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tâm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lý</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rằng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bất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một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người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cũng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làm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thân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với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người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bạn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thật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ngoài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đời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lớn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và</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phát</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triển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hơn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trong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mối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quan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hệ</a:t>
            </a:r>
            <a:r>
              <a:rPr lang="en-US" sz="1200" kern="1200" dirty="0" smtClean="0">
                <a:solidFill>
                  <a:schemeClr val="tx1"/>
                </a:solidFill>
                <a:effectLst/>
                <a:latin typeface="+mn-lt"/>
                <a:ea typeface="+mn-ea"/>
                <a:cs typeface="+mn-cs"/>
              </a:rPr>
              <a:t>.</a:t>
            </a:r>
          </a:p>
          <a:p>
            <a:pPr lvl="0"/>
            <a:r>
              <a:rPr lang="en-US" sz="1200" b="1" kern="1200" dirty="0" err="1" smtClean="0">
                <a:solidFill>
                  <a:schemeClr val="tx1"/>
                </a:solidFill>
                <a:effectLst/>
                <a:latin typeface="+mn-lt"/>
                <a:ea typeface="+mn-ea"/>
                <a:cs typeface="+mn-cs"/>
              </a:rPr>
              <a:t>Giết</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chết</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năng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lực</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tập</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trung</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Nghiên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cứu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đã</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chỉ</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rằng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quá</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nhiều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thứ</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quan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âm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lớn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tivi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hoặc</a:t>
            </a:r>
            <a:r>
              <a:rPr lang="en-US" sz="1200" kern="1200" dirty="0" smtClean="0">
                <a:solidFill>
                  <a:schemeClr val="tx1"/>
                </a:solidFill>
                <a:effectLst/>
                <a:latin typeface="+mn-lt"/>
                <a:ea typeface="+mn-ea"/>
                <a:cs typeface="+mn-cs"/>
              </a:rPr>
              <a:t> Internet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gây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đến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khả</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năng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tập</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trung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phiền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nhiễu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cũng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ảnh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hưởng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xấu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đến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hành</a:t>
            </a:r>
            <a:r>
              <a:rPr lang="en-US" sz="1200" kern="1200" dirty="0" smtClean="0">
                <a:solidFill>
                  <a:schemeClr val="tx1"/>
                </a:solidFill>
                <a:effectLst/>
                <a:latin typeface="+mn-lt"/>
                <a:ea typeface="+mn-ea"/>
                <a:cs typeface="+mn-cs"/>
              </a:rPr>
              <a:t> vi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Vì</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thế</a:t>
            </a:r>
            <a:r>
              <a:rPr lang="en-US" sz="1200" kern="1200" dirty="0" smtClean="0">
                <a:solidFill>
                  <a:schemeClr val="tx1"/>
                </a:solidFill>
                <a:effectLst/>
                <a:latin typeface="+mn-lt"/>
                <a:ea typeface="+mn-ea"/>
                <a:cs typeface="+mn-cs"/>
              </a:rPr>
              <a:t>, cha </a:t>
            </a:r>
            <a:r>
              <a:rPr lang="en-US" sz="1200" kern="1200" dirty="0" err="1" smtClean="0">
                <a:solidFill>
                  <a:schemeClr val="tx1"/>
                </a:solidFill>
                <a:effectLst/>
                <a:latin typeface="+mn-lt"/>
                <a:ea typeface="+mn-ea"/>
                <a:cs typeface="+mn-cs"/>
              </a:rPr>
              <a:t>mẹ</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được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khuyên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tránh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dụng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này</a:t>
            </a:r>
            <a:r>
              <a:rPr lang="en-US" sz="1200" kern="1200" dirty="0" smtClean="0">
                <a:solidFill>
                  <a:schemeClr val="tx1"/>
                </a:solidFill>
                <a:effectLst/>
                <a:latin typeface="+mn-lt"/>
                <a:ea typeface="+mn-ea"/>
                <a:cs typeface="+mn-cs"/>
              </a:rPr>
              <a:t>.</a:t>
            </a:r>
          </a:p>
          <a:p>
            <a:pPr lvl="0"/>
            <a:r>
              <a:rPr lang="en-US" sz="1200" b="1" kern="1200" dirty="0" err="1" smtClean="0">
                <a:solidFill>
                  <a:schemeClr val="tx1"/>
                </a:solidFill>
                <a:effectLst/>
                <a:latin typeface="+mn-lt"/>
                <a:ea typeface="+mn-ea"/>
                <a:cs typeface="+mn-cs"/>
              </a:rPr>
              <a:t>Làm</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nghèo</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đi</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trí</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tưởng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tượng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và</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khả</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năng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sáng</a:t>
            </a:r>
            <a:r>
              <a:rPr lang="en-US" sz="1200" b="1" kern="1200" dirty="0" smtClean="0">
                <a:solidFill>
                  <a:schemeClr val="tx1"/>
                </a:solidFill>
                <a:effectLst/>
                <a:latin typeface="+mn-lt"/>
                <a:ea typeface="+mn-ea"/>
                <a:cs typeface="+mn-cs"/>
              </a:rPr>
              <a:t> </a:t>
            </a:r>
            <a:r>
              <a:rPr lang="en-US" sz="1200" b="1" kern="1200" dirty="0" err="1" smtClean="0">
                <a:solidFill>
                  <a:schemeClr val="tx1"/>
                </a:solidFill>
                <a:effectLst/>
                <a:latin typeface="+mn-lt"/>
                <a:ea typeface="+mn-ea"/>
                <a:cs typeface="+mn-cs"/>
              </a:rPr>
              <a:t>tạo</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Nghiên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cứu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đã</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chỉ</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rằng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quá</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nhiều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thứ</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giác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quan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như</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âm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lớn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tivi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hoặc</a:t>
            </a:r>
            <a:r>
              <a:rPr lang="en-US" sz="1200" kern="1200" dirty="0" smtClean="0">
                <a:solidFill>
                  <a:schemeClr val="tx1"/>
                </a:solidFill>
                <a:effectLst/>
                <a:latin typeface="+mn-lt"/>
                <a:ea typeface="+mn-ea"/>
                <a:cs typeface="+mn-cs"/>
              </a:rPr>
              <a:t> Internet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gây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hại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đến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khả</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năng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tập</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trung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Sự</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phiền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nhiễu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này</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có</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thể</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cũng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ảnh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hưởng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xấu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đến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hành</a:t>
            </a:r>
            <a:r>
              <a:rPr lang="en-US" sz="1200" kern="1200" dirty="0" smtClean="0">
                <a:solidFill>
                  <a:schemeClr val="tx1"/>
                </a:solidFill>
                <a:effectLst/>
                <a:latin typeface="+mn-lt"/>
                <a:ea typeface="+mn-ea"/>
                <a:cs typeface="+mn-cs"/>
              </a:rPr>
              <a:t> vi </a:t>
            </a:r>
            <a:r>
              <a:rPr lang="en-US" sz="1200" kern="1200" dirty="0" err="1" smtClean="0">
                <a:solidFill>
                  <a:schemeClr val="tx1"/>
                </a:solidFill>
                <a:effectLst/>
                <a:latin typeface="+mn-lt"/>
                <a:ea typeface="+mn-ea"/>
                <a:cs typeface="+mn-cs"/>
              </a:rPr>
              <a:t>của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các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em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Vì</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thế</a:t>
            </a:r>
            <a:r>
              <a:rPr lang="en-US" sz="1200" kern="1200" dirty="0" smtClean="0">
                <a:solidFill>
                  <a:schemeClr val="tx1"/>
                </a:solidFill>
                <a:effectLst/>
                <a:latin typeface="+mn-lt"/>
                <a:ea typeface="+mn-ea"/>
                <a:cs typeface="+mn-cs"/>
              </a:rPr>
              <a:t>, cha </a:t>
            </a:r>
            <a:r>
              <a:rPr lang="en-US" sz="1200" kern="1200" dirty="0" err="1" smtClean="0">
                <a:solidFill>
                  <a:schemeClr val="tx1"/>
                </a:solidFill>
                <a:effectLst/>
                <a:latin typeface="+mn-lt"/>
                <a:ea typeface="+mn-ea"/>
                <a:cs typeface="+mn-cs"/>
              </a:rPr>
              <a:t>mẹ</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được</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khuyên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nên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tránh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cho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trẻ</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sử</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dụng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những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tiện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ích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này</a:t>
            </a:r>
            <a:r>
              <a:rPr lang="en-US" sz="1200" kern="1200" dirty="0" smtClean="0">
                <a:solidFill>
                  <a:schemeClr val="tx1"/>
                </a:solidFill>
                <a:effectLst/>
                <a:latin typeface="+mn-lt"/>
                <a:ea typeface="+mn-ea"/>
                <a:cs typeface="+mn-cs"/>
              </a:rPr>
              <a: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4</a:t>
            </a:fld>
            <a:endParaRPr lang="en-US"/>
          </a:p>
        </p:txBody>
      </p:sp>
    </p:spTree>
    <p:extLst>
      <p:ext uri="{BB962C8B-B14F-4D97-AF65-F5344CB8AC3E}">
        <p14:creationId xmlns:p14="http://schemas.microsoft.com/office/powerpoint/2010/main" val="582745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5</a:t>
            </a:fld>
            <a:endParaRPr lang="en-US"/>
          </a:p>
        </p:txBody>
      </p:sp>
    </p:spTree>
    <p:extLst>
      <p:ext uri="{BB962C8B-B14F-4D97-AF65-F5344CB8AC3E}">
        <p14:creationId xmlns:p14="http://schemas.microsoft.com/office/powerpoint/2010/main" val="928568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err="1" smtClean="0"/>
              <a:t>CryEngine</a:t>
            </a:r>
            <a:r>
              <a:rPr lang="en-US" b="1" dirty="0" smtClean="0"/>
              <a:t>:</a:t>
            </a:r>
            <a:r>
              <a:rPr lang="en-US" b="1" baseline="0" dirty="0" smtClean="0"/>
              <a:t> </a:t>
            </a:r>
            <a:r>
              <a:rPr lang="vi-VN" dirty="0" smtClean="0"/>
              <a:t>là một engine dựng hình 3D linh hoạt, tập trung vào dựng hình hơn là một công cụ tạo game. Bộ thư viện của OGRE trừu tượng hóa các thư viện ở mức hệ thống như DirectX 3D và OpenGL để cung cấp một giao diện lập trình dựa trên các đối tượng thế giới thực và các lớp cấp cao. </a:t>
            </a:r>
            <a:endParaRPr lang="en-US" dirty="0" smtClean="0"/>
          </a:p>
          <a:p>
            <a:r>
              <a:rPr lang="en-US" dirty="0" smtClean="0"/>
              <a:t>Panda3D:</a:t>
            </a:r>
            <a:r>
              <a:rPr lang="en-US" baseline="0" dirty="0" smtClean="0"/>
              <a:t> </a:t>
            </a:r>
            <a:r>
              <a:rPr lang="vi-VN" baseline="0" dirty="0" smtClean="0"/>
              <a:t>Panda3D là một game engine mã nguồn mở, một thư viện dựng hình 3D và phát triển game được xây dựng bằng ngôn ngữ Python và C++. </a:t>
            </a:r>
            <a:endParaRPr lang="en-US" dirty="0" smtClean="0"/>
          </a:p>
          <a:p>
            <a:r>
              <a:rPr lang="en-US" dirty="0" smtClean="0"/>
              <a:t>Unreal Engine </a:t>
            </a:r>
          </a:p>
        </p:txBody>
      </p:sp>
      <p:sp>
        <p:nvSpPr>
          <p:cNvPr id="4" name="Slide Number Placeholder 3"/>
          <p:cNvSpPr>
            <a:spLocks noGrp="1"/>
          </p:cNvSpPr>
          <p:nvPr>
            <p:ph type="sldNum" sz="quarter" idx="10"/>
          </p:nvPr>
        </p:nvSpPr>
        <p:spPr/>
        <p:txBody>
          <a:bodyPr/>
          <a:lstStyle/>
          <a:p>
            <a:fld id="{5E0C3846-8D4C-4326-8BC7-9B455A036298}" type="slidenum">
              <a:rPr lang="en-US" smtClean="0"/>
              <a:pPr/>
              <a:t>6</a:t>
            </a:fld>
            <a:endParaRPr lang="en-US"/>
          </a:p>
        </p:txBody>
      </p:sp>
    </p:spTree>
    <p:extLst>
      <p:ext uri="{BB962C8B-B14F-4D97-AF65-F5344CB8AC3E}">
        <p14:creationId xmlns:p14="http://schemas.microsoft.com/office/powerpoint/2010/main" val="4158087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smtClean="0"/>
              <a:t>Augumented Reality là sự pha trộn giữa thế giới thực và thế giới ảo. Các yếu tố ảo được thêm vào thế giới thực, để tăng cường hoặc thêm các thông tin vào cho nó. Để làm được điều này người ta có thể kết nối camera với máy tính và vẽ hình ảnh ảo vào nguồn dữ liệu video, vì vậy người dùng có thể xem thế giới thực, tăng thêm các đồ họa máy tính trên màn hình. </a:t>
            </a:r>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7</a:t>
            </a:fld>
            <a:endParaRPr lang="en-US"/>
          </a:p>
        </p:txBody>
      </p:sp>
    </p:spTree>
    <p:extLst>
      <p:ext uri="{BB962C8B-B14F-4D97-AF65-F5344CB8AC3E}">
        <p14:creationId xmlns:p14="http://schemas.microsoft.com/office/powerpoint/2010/main" val="687658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smtClean="0"/>
              <a:t>Ứng dụng phát triển từ Vuforia sẽ cho phép ta nhiều trải nghiệm hơn: </a:t>
            </a:r>
          </a:p>
          <a:p>
            <a:r>
              <a:rPr lang="vi-VN" dirty="0" smtClean="0"/>
              <a:t>- Phát hiện nhanh các target. - Hệ thống điện toán đám mây có thể ghi nhận khoảng 1 triệu target. - Người dùng có thể tự định nghĩa target khi chạy ứng dụng. - Tính vững chắc – khả năng bám dính vào target và khó bị mất khi di chuyển thiết bị. - Có thể cùng lúc hiễn thị 5 target. - Kết quả tốt hơn trong điều kiện thế giới thực – ánh sáng mờ, phủ từng phần target. - Tối ưu hóa cho việc đồ họa thực tế trên target hiệu quả hơn. </a:t>
            </a:r>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8</a:t>
            </a:fld>
            <a:endParaRPr lang="en-US"/>
          </a:p>
        </p:txBody>
      </p:sp>
    </p:spTree>
    <p:extLst>
      <p:ext uri="{BB962C8B-B14F-4D97-AF65-F5344CB8AC3E}">
        <p14:creationId xmlns:p14="http://schemas.microsoft.com/office/powerpoint/2010/main" val="419329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sz="1200" b="0" i="0" kern="1200" smtClean="0">
                <a:solidFill>
                  <a:schemeClr val="tx1"/>
                </a:solidFill>
                <a:effectLst/>
                <a:latin typeface="+mn-lt"/>
                <a:ea typeface="+mn-ea"/>
                <a:cs typeface="+mn-cs"/>
              </a:rPr>
              <a:t>Thế giới AR là vô tận với rất nhiều kiểu ứng dụng thực tế khác nhau, tuy nhiên để biến những lý thuyết đó thành hiện thực thì cần công cụ để thực hiện. Vuforia là một trong số đó, đây là một nền tảng được Qualcomm phát triển, giúp cho các lập trình viên có thể hiện thực hoá ý tưởng của mình. Bộ công cụ lập trình Vuforia SDK 2.0 hỗ trợ cả hai hệ điều hành iOS và Android với các API được cung cấp tương thích với ngôn ngữ lập trình C++, Java, Objective-C và .Net.</a:t>
            </a:r>
            <a:r>
              <a:rPr lang="vi-VN" smtClean="0"/>
              <a:t/>
            </a:r>
            <a:br>
              <a:rPr lang="vi-VN" smtClean="0"/>
            </a:br>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9</a:t>
            </a:fld>
            <a:endParaRPr lang="en-US"/>
          </a:p>
        </p:txBody>
      </p:sp>
    </p:spTree>
    <p:extLst>
      <p:ext uri="{BB962C8B-B14F-4D97-AF65-F5344CB8AC3E}">
        <p14:creationId xmlns:p14="http://schemas.microsoft.com/office/powerpoint/2010/main" val="3865785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10</a:t>
            </a:fld>
            <a:endParaRPr lang="en-US"/>
          </a:p>
        </p:txBody>
      </p:sp>
    </p:spTree>
    <p:extLst>
      <p:ext uri="{BB962C8B-B14F-4D97-AF65-F5344CB8AC3E}">
        <p14:creationId xmlns:p14="http://schemas.microsoft.com/office/powerpoint/2010/main" val="3833619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11</a:t>
            </a:fld>
            <a:endParaRPr lang="en-US"/>
          </a:p>
        </p:txBody>
      </p:sp>
    </p:spTree>
    <p:extLst>
      <p:ext uri="{BB962C8B-B14F-4D97-AF65-F5344CB8AC3E}">
        <p14:creationId xmlns:p14="http://schemas.microsoft.com/office/powerpoint/2010/main" val="3455487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12</a:t>
            </a:fld>
            <a:endParaRPr lang="en-US"/>
          </a:p>
        </p:txBody>
      </p:sp>
    </p:spTree>
    <p:extLst>
      <p:ext uri="{BB962C8B-B14F-4D97-AF65-F5344CB8AC3E}">
        <p14:creationId xmlns:p14="http://schemas.microsoft.com/office/powerpoint/2010/main" val="1756057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b="1" dirty="0" smtClean="0"/>
          </a:p>
          <a:p>
            <a:r>
              <a:rPr lang="en-US" b="1" dirty="0" smtClean="0"/>
              <a:t>---</a:t>
            </a:r>
            <a:r>
              <a:rPr lang="vi-VN" b="1" dirty="0" smtClean="0"/>
              <a:t>Đa nền tảng </a:t>
            </a:r>
          </a:p>
          <a:p>
            <a:r>
              <a:rPr lang="vi-VN" dirty="0" smtClean="0"/>
              <a:t>Unity được phát triển dựa trên kết quả của Mono Project, một dự án mã nguồn mở đa nền tảng trên ngôn ngữ C#. Chính vì điều đó, Unity có thể chạy tốt trên Windows, Mac OS, Linux, PlayStation 3, Xbox 360, Wii U, iOS, Android, Windows Phone, Blackberry 10, và thậm chí cả web và Flash. Với gói phần mềm của Unity, các studio có thể phát triển các game và phát hành trên nhiều nền tảng một cách nhanh nhất và tiết kiệm nhất. </a:t>
            </a:r>
            <a:endParaRPr lang="en-US" dirty="0" smtClean="0"/>
          </a:p>
          <a:p>
            <a:r>
              <a:rPr lang="en-US" b="1" dirty="0" smtClean="0"/>
              <a:t>---</a:t>
            </a:r>
            <a:r>
              <a:rPr lang="vi-VN" b="1" dirty="0" smtClean="0"/>
              <a:t>Hỗ trợ 2D và 3D </a:t>
            </a:r>
          </a:p>
          <a:p>
            <a:r>
              <a:rPr lang="vi-VN" dirty="0" smtClean="0"/>
              <a:t>Unreal Engine và CryEngine đều chỉ hỗ trợ làm game 3D trong khi Unity hỗ trợ cả game 2D. Đây là một trong những ưu điểm vượt trội của Unity cho phép các studio vừa và nhỏ có thể sử dụng để phát triển các game từ nhỏ đến lớn, tuỳ vào kinh phí của họ. Phiên bản Unity 5 sắp ra mắt vào năm 2015 hứa hẹn sẽ cung cấp khả năng hỗ trợ game 2D tốt hơn nữa.</a:t>
            </a:r>
            <a:endParaRPr lang="en-US" dirty="0" smtClean="0"/>
          </a:p>
          <a:p>
            <a:endParaRPr lang="en-US" dirty="0" smtClean="0"/>
          </a:p>
          <a:p>
            <a:r>
              <a:rPr lang="en-US" b="1" dirty="0" smtClean="0"/>
              <a:t>---</a:t>
            </a:r>
            <a:r>
              <a:rPr lang="vi-VN" b="1" dirty="0" smtClean="0"/>
              <a:t>Dễ sử dụng </a:t>
            </a:r>
          </a:p>
          <a:p>
            <a:r>
              <a:rPr lang="vi-VN" dirty="0" smtClean="0"/>
              <a:t>Đối tượng hướng đến của Unity là cả các lập trình viên không chuyên và các studio chuyên nghiệp, do vậy nó được thiết kế để dễ dàng sử dụng nhất. Unity cung cấp một hệ thống toàn diện các công cụ từ thiết kế, soạn thảo mã nguồn đến sửa lỗi. Các tính năng được ưa thích của Unity là cho phép các lập trình viên có thể xây dựng các phần plugin để gắn vào editor của Unity và tính năng xem trước, cho phép nhà phát triển vừa kiểm lỗi, vừa thiết kế. </a:t>
            </a:r>
          </a:p>
          <a:p>
            <a:r>
              <a:rPr lang="vi-VN" dirty="0" smtClean="0"/>
              <a:t>Hơn nữa Unity là một trong những engine phổ biến nhất thế giới, do đó, các nhà phát triển có thể dễ dàng tìm kiếm sự giúp đỡ từ cộng đồng rất nhanh.</a:t>
            </a:r>
            <a:endParaRPr lang="en-US" dirty="0" smtClean="0"/>
          </a:p>
          <a:p>
            <a:r>
              <a:rPr lang="en-US" b="1" dirty="0" smtClean="0"/>
              <a:t>---</a:t>
            </a:r>
            <a:r>
              <a:rPr lang="vi-VN" b="1" dirty="0" smtClean="0"/>
              <a:t>Tính kinh tế cao: </a:t>
            </a:r>
            <a:r>
              <a:rPr lang="vi-VN" dirty="0" smtClean="0"/>
              <a:t>Unity Technologies hiện cung cấp bản miễn phí engine Unity3D cho người dùng cá nhân và các doanh nghiệp có doanh thu dưới 100.000 USD/năm. Với bản Pro, người dùng phải trả 1.500 USD/năm – một con số rất khiêm tốn so với những gì engine này mang lại. </a:t>
            </a:r>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13</a:t>
            </a:fld>
            <a:endParaRPr lang="en-US"/>
          </a:p>
        </p:txBody>
      </p:sp>
    </p:spTree>
    <p:extLst>
      <p:ext uri="{BB962C8B-B14F-4D97-AF65-F5344CB8AC3E}">
        <p14:creationId xmlns:p14="http://schemas.microsoft.com/office/powerpoint/2010/main" val="25905288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14</a:t>
            </a:fld>
            <a:endParaRPr lang="en-US"/>
          </a:p>
        </p:txBody>
      </p:sp>
    </p:spTree>
    <p:extLst>
      <p:ext uri="{BB962C8B-B14F-4D97-AF65-F5344CB8AC3E}">
        <p14:creationId xmlns:p14="http://schemas.microsoft.com/office/powerpoint/2010/main" val="1070449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15</a:t>
            </a:fld>
            <a:endParaRPr lang="en-US"/>
          </a:p>
        </p:txBody>
      </p:sp>
    </p:spTree>
    <p:extLst>
      <p:ext uri="{BB962C8B-B14F-4D97-AF65-F5344CB8AC3E}">
        <p14:creationId xmlns:p14="http://schemas.microsoft.com/office/powerpoint/2010/main" val="226827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16</a:t>
            </a:fld>
            <a:endParaRPr lang="en-US"/>
          </a:p>
        </p:txBody>
      </p:sp>
    </p:spTree>
    <p:extLst>
      <p:ext uri="{BB962C8B-B14F-4D97-AF65-F5344CB8AC3E}">
        <p14:creationId xmlns:p14="http://schemas.microsoft.com/office/powerpoint/2010/main" val="1766826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17</a:t>
            </a:fld>
            <a:endParaRPr lang="en-US"/>
          </a:p>
        </p:txBody>
      </p:sp>
    </p:spTree>
    <p:extLst>
      <p:ext uri="{BB962C8B-B14F-4D97-AF65-F5344CB8AC3E}">
        <p14:creationId xmlns:p14="http://schemas.microsoft.com/office/powerpoint/2010/main" val="1800464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18</a:t>
            </a:fld>
            <a:endParaRPr lang="en-US"/>
          </a:p>
        </p:txBody>
      </p:sp>
    </p:spTree>
    <p:extLst>
      <p:ext uri="{BB962C8B-B14F-4D97-AF65-F5344CB8AC3E}">
        <p14:creationId xmlns:p14="http://schemas.microsoft.com/office/powerpoint/2010/main" val="42324438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19</a:t>
            </a:fld>
            <a:endParaRPr lang="en-US"/>
          </a:p>
        </p:txBody>
      </p:sp>
    </p:spTree>
    <p:extLst>
      <p:ext uri="{BB962C8B-B14F-4D97-AF65-F5344CB8AC3E}">
        <p14:creationId xmlns:p14="http://schemas.microsoft.com/office/powerpoint/2010/main" val="29009805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20</a:t>
            </a:fld>
            <a:endParaRPr lang="en-US"/>
          </a:p>
        </p:txBody>
      </p:sp>
    </p:spTree>
    <p:extLst>
      <p:ext uri="{BB962C8B-B14F-4D97-AF65-F5344CB8AC3E}">
        <p14:creationId xmlns:p14="http://schemas.microsoft.com/office/powerpoint/2010/main" val="6928111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922158D-428B-4987-8B28-745A2AFA1252}" type="datetimeFigureOut">
              <a:rPr lang="en-US" smtClean="0"/>
              <a:t>1/16/2016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FC477-0A05-4F3E-8EE9-E015C9089D56}" type="slidenum">
              <a:rPr lang="en-US" smtClean="0"/>
              <a:t>‹#›</a:t>
            </a:fld>
            <a:endParaRPr lang="en-US"/>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733203"/>
            <a:ext cx="9144000" cy="6124797"/>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477000" y="1295400"/>
            <a:ext cx="901373" cy="901373"/>
          </a:xfrm>
          <a:prstGeom prst="ellipse">
            <a:avLst/>
          </a:prstGeom>
          <a:ln>
            <a:noFill/>
          </a:ln>
          <a:effectLst>
            <a:outerShdw blurRad="292100" dist="76200" dir="2700000" algn="tl" rotWithShape="0">
              <a:srgbClr val="333333">
                <a:alpha val="50000"/>
              </a:srgbClr>
            </a:outerShdw>
          </a:effectLst>
        </p:spPr>
      </p:pic>
      <p:pic>
        <p:nvPicPr>
          <p:cNvPr id="9" name="Picture 8"/>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5791200" y="1905000"/>
            <a:ext cx="1240461" cy="1240461"/>
          </a:xfrm>
          <a:prstGeom prst="ellipse">
            <a:avLst/>
          </a:prstGeom>
          <a:ln>
            <a:noFill/>
          </a:ln>
          <a:effectLst>
            <a:outerShdw blurRad="292100" dist="76200" dir="2700000" algn="tl" rotWithShape="0">
              <a:srgbClr val="333333">
                <a:alpha val="50000"/>
              </a:srgbClr>
            </a:outerShdw>
          </a:effectLst>
        </p:spPr>
      </p:pic>
      <p:pic>
        <p:nvPicPr>
          <p:cNvPr id="10" name="Picture 9"/>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6705600" y="2209800"/>
            <a:ext cx="1828800" cy="1828800"/>
          </a:xfrm>
          <a:prstGeom prst="ellipse">
            <a:avLst/>
          </a:prstGeom>
          <a:ln>
            <a:noFill/>
          </a:ln>
          <a:effectLst>
            <a:outerShdw blurRad="292100" dist="76200" dir="2700000" algn="tl" rotWithShape="0">
              <a:srgbClr val="333333">
                <a:alpha val="50000"/>
              </a:srgbClr>
            </a:outerShdw>
          </a:effectLst>
        </p:spPr>
      </p:pic>
    </p:spTree>
    <p:extLst>
      <p:ext uri="{BB962C8B-B14F-4D97-AF65-F5344CB8AC3E}">
        <p14:creationId xmlns:p14="http://schemas.microsoft.com/office/powerpoint/2010/main" val="311497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iterate type="lt">
                                    <p:tmPct val="5000"/>
                                  </p:iterate>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par>
                                <p:cTn id="11" presetID="31" presetClass="entr" presetSubtype="0" fill="hold" nodeType="withEffect">
                                  <p:stCondLst>
                                    <p:cond delay="500"/>
                                  </p:stCondLst>
                                  <p:iterate type="lt">
                                    <p:tmPct val="5000"/>
                                  </p:iterate>
                                  <p:childTnLst>
                                    <p:set>
                                      <p:cBhvr>
                                        <p:cTn id="12" dur="1" fill="hold">
                                          <p:stCondLst>
                                            <p:cond delay="0"/>
                                          </p:stCondLst>
                                        </p:cTn>
                                        <p:tgtEl>
                                          <p:spTgt spid="9"/>
                                        </p:tgtEl>
                                        <p:attrNameLst>
                                          <p:attrName>style.visibility</p:attrName>
                                        </p:attrNameLst>
                                      </p:cBhvr>
                                      <p:to>
                                        <p:strVal val="visible"/>
                                      </p:to>
                                    </p:set>
                                    <p:anim calcmode="lin" valueType="num">
                                      <p:cBhvr>
                                        <p:cTn id="13" dur="1000" fill="hold"/>
                                        <p:tgtEl>
                                          <p:spTgt spid="9"/>
                                        </p:tgtEl>
                                        <p:attrNameLst>
                                          <p:attrName>ppt_w</p:attrName>
                                        </p:attrNameLst>
                                      </p:cBhvr>
                                      <p:tavLst>
                                        <p:tav tm="0">
                                          <p:val>
                                            <p:fltVal val="0"/>
                                          </p:val>
                                        </p:tav>
                                        <p:tav tm="100000">
                                          <p:val>
                                            <p:strVal val="#ppt_w"/>
                                          </p:val>
                                        </p:tav>
                                      </p:tavLst>
                                    </p:anim>
                                    <p:anim calcmode="lin" valueType="num">
                                      <p:cBhvr>
                                        <p:cTn id="14" dur="1000" fill="hold"/>
                                        <p:tgtEl>
                                          <p:spTgt spid="9"/>
                                        </p:tgtEl>
                                        <p:attrNameLst>
                                          <p:attrName>ppt_h</p:attrName>
                                        </p:attrNameLst>
                                      </p:cBhvr>
                                      <p:tavLst>
                                        <p:tav tm="0">
                                          <p:val>
                                            <p:fltVal val="0"/>
                                          </p:val>
                                        </p:tav>
                                        <p:tav tm="100000">
                                          <p:val>
                                            <p:strVal val="#ppt_h"/>
                                          </p:val>
                                        </p:tav>
                                      </p:tavLst>
                                    </p:anim>
                                    <p:anim calcmode="lin" valueType="num">
                                      <p:cBhvr>
                                        <p:cTn id="15" dur="1000" fill="hold"/>
                                        <p:tgtEl>
                                          <p:spTgt spid="9"/>
                                        </p:tgtEl>
                                        <p:attrNameLst>
                                          <p:attrName>style.rotation</p:attrName>
                                        </p:attrNameLst>
                                      </p:cBhvr>
                                      <p:tavLst>
                                        <p:tav tm="0">
                                          <p:val>
                                            <p:fltVal val="90"/>
                                          </p:val>
                                        </p:tav>
                                        <p:tav tm="100000">
                                          <p:val>
                                            <p:fltVal val="0"/>
                                          </p:val>
                                        </p:tav>
                                      </p:tavLst>
                                    </p:anim>
                                    <p:animEffect transition="in" filter="fade">
                                      <p:cBhvr>
                                        <p:cTn id="16" dur="1000"/>
                                        <p:tgtEl>
                                          <p:spTgt spid="9"/>
                                        </p:tgtEl>
                                      </p:cBhvr>
                                    </p:animEffect>
                                  </p:childTnLst>
                                </p:cTn>
                              </p:par>
                              <p:par>
                                <p:cTn id="17" presetID="31" presetClass="entr" presetSubtype="0" fill="hold" nodeType="withEffect">
                                  <p:stCondLst>
                                    <p:cond delay="1000"/>
                                  </p:stCondLst>
                                  <p:iterate type="lt">
                                    <p:tmPct val="5000"/>
                                  </p:iterate>
                                  <p:childTnLst>
                                    <p:set>
                                      <p:cBhvr>
                                        <p:cTn id="18" dur="1" fill="hold">
                                          <p:stCondLst>
                                            <p:cond delay="0"/>
                                          </p:stCondLst>
                                        </p:cTn>
                                        <p:tgtEl>
                                          <p:spTgt spid="10"/>
                                        </p:tgtEl>
                                        <p:attrNameLst>
                                          <p:attrName>style.visibility</p:attrName>
                                        </p:attrNameLst>
                                      </p:cBhvr>
                                      <p:to>
                                        <p:strVal val="visible"/>
                                      </p:to>
                                    </p:set>
                                    <p:anim calcmode="lin" valueType="num">
                                      <p:cBhvr>
                                        <p:cTn id="19" dur="1000" fill="hold"/>
                                        <p:tgtEl>
                                          <p:spTgt spid="10"/>
                                        </p:tgtEl>
                                        <p:attrNameLst>
                                          <p:attrName>ppt_w</p:attrName>
                                        </p:attrNameLst>
                                      </p:cBhvr>
                                      <p:tavLst>
                                        <p:tav tm="0">
                                          <p:val>
                                            <p:fltVal val="0"/>
                                          </p:val>
                                        </p:tav>
                                        <p:tav tm="100000">
                                          <p:val>
                                            <p:strVal val="#ppt_w"/>
                                          </p:val>
                                        </p:tav>
                                      </p:tavLst>
                                    </p:anim>
                                    <p:anim calcmode="lin" valueType="num">
                                      <p:cBhvr>
                                        <p:cTn id="20" dur="1000" fill="hold"/>
                                        <p:tgtEl>
                                          <p:spTgt spid="10"/>
                                        </p:tgtEl>
                                        <p:attrNameLst>
                                          <p:attrName>ppt_h</p:attrName>
                                        </p:attrNameLst>
                                      </p:cBhvr>
                                      <p:tavLst>
                                        <p:tav tm="0">
                                          <p:val>
                                            <p:fltVal val="0"/>
                                          </p:val>
                                        </p:tav>
                                        <p:tav tm="100000">
                                          <p:val>
                                            <p:strVal val="#ppt_h"/>
                                          </p:val>
                                        </p:tav>
                                      </p:tavLst>
                                    </p:anim>
                                    <p:anim calcmode="lin" valueType="num">
                                      <p:cBhvr>
                                        <p:cTn id="21" dur="1000" fill="hold"/>
                                        <p:tgtEl>
                                          <p:spTgt spid="10"/>
                                        </p:tgtEl>
                                        <p:attrNameLst>
                                          <p:attrName>style.rotation</p:attrName>
                                        </p:attrNameLst>
                                      </p:cBhvr>
                                      <p:tavLst>
                                        <p:tav tm="0">
                                          <p:val>
                                            <p:fltVal val="90"/>
                                          </p:val>
                                        </p:tav>
                                        <p:tav tm="100000">
                                          <p:val>
                                            <p:fltVal val="0"/>
                                          </p:val>
                                        </p:tav>
                                      </p:tavLst>
                                    </p:anim>
                                    <p:animEffect transition="in" filter="fade">
                                      <p:cBhvr>
                                        <p:cTn id="22" dur="1000"/>
                                        <p:tgtEl>
                                          <p:spTgt spid="10"/>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6604000"/>
            <a:ext cx="9144000" cy="25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4"/>
          <p:cNvSpPr>
            <a:spLocks noGrp="1"/>
          </p:cNvSpPr>
          <p:nvPr>
            <p:ph type="ftr" sz="quarter" idx="11"/>
          </p:nvPr>
        </p:nvSpPr>
        <p:spPr>
          <a:xfrm>
            <a:off x="3343275" y="6604000"/>
            <a:ext cx="3086100" cy="265908"/>
          </a:xfrm>
        </p:spPr>
        <p:txBody>
          <a:bodyPr/>
          <a:lstStyle/>
          <a:p>
            <a:endParaRPr lang="en-US"/>
          </a:p>
        </p:txBody>
      </p:sp>
      <p:sp>
        <p:nvSpPr>
          <p:cNvPr id="10" name="Date Placeholder 3"/>
          <p:cNvSpPr>
            <a:spLocks noGrp="1"/>
          </p:cNvSpPr>
          <p:nvPr>
            <p:ph type="dt" sz="half" idx="10"/>
          </p:nvPr>
        </p:nvSpPr>
        <p:spPr>
          <a:xfrm>
            <a:off x="0" y="6592092"/>
            <a:ext cx="2057400" cy="277816"/>
          </a:xfrm>
        </p:spPr>
        <p:txBody>
          <a:bodyPr/>
          <a:lstStyle/>
          <a:p>
            <a:fld id="{F922158D-428B-4987-8B28-745A2AFA1252}" type="datetimeFigureOut">
              <a:rPr lang="en-US" smtClean="0"/>
              <a:t>1/16/2016</a:t>
            </a:fld>
            <a:endParaRPr lang="en-US"/>
          </a:p>
        </p:txBody>
      </p:sp>
      <p:sp>
        <p:nvSpPr>
          <p:cNvPr id="11" name="Rounded Rectangle 10"/>
          <p:cNvSpPr/>
          <p:nvPr/>
        </p:nvSpPr>
        <p:spPr>
          <a:xfrm>
            <a:off x="0" y="-4333"/>
            <a:ext cx="9144000" cy="1050925"/>
          </a:xfrm>
          <a:prstGeom prst="roundRect">
            <a:avLst>
              <a:gd name="adj" fmla="val 838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b="1">
              <a:latin typeface="Arial" pitchFamily="34" charset="0"/>
              <a:cs typeface="Arial" pitchFamily="34" charset="0"/>
            </a:endParaRPr>
          </a:p>
        </p:txBody>
      </p:sp>
      <p:sp>
        <p:nvSpPr>
          <p:cNvPr id="12" name="Oval 11"/>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b="1" dirty="0">
              <a:latin typeface="Arial" pitchFamily="34" charset="0"/>
              <a:cs typeface="Arial" pitchFamily="34" charset="0"/>
            </a:endParaRPr>
          </a:p>
        </p:txBody>
      </p:sp>
      <p:grpSp>
        <p:nvGrpSpPr>
          <p:cNvPr id="13" name="Group 12"/>
          <p:cNvGrpSpPr/>
          <p:nvPr/>
        </p:nvGrpSpPr>
        <p:grpSpPr>
          <a:xfrm rot="5400000">
            <a:off x="-1935163" y="3648107"/>
            <a:ext cx="3949700" cy="79375"/>
            <a:chOff x="2600325" y="3394076"/>
            <a:chExt cx="3949700" cy="79375"/>
          </a:xfrm>
        </p:grpSpPr>
        <p:sp>
          <p:nvSpPr>
            <p:cNvPr id="14" name="Rectangle 13"/>
            <p:cNvSpPr>
              <a:spLocks noChangeArrowheads="1"/>
            </p:cNvSpPr>
            <p:nvPr/>
          </p:nvSpPr>
          <p:spPr bwMode="auto">
            <a:xfrm>
              <a:off x="2600325" y="3394076"/>
              <a:ext cx="917575" cy="79375"/>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14"/>
            <p:cNvSpPr>
              <a:spLocks noChangeArrowheads="1"/>
            </p:cNvSpPr>
            <p:nvPr/>
          </p:nvSpPr>
          <p:spPr bwMode="auto">
            <a:xfrm>
              <a:off x="3605213" y="3394076"/>
              <a:ext cx="917575" cy="79375"/>
            </a:xfrm>
            <a:prstGeom prst="rect">
              <a:avLst/>
            </a:prstGeom>
            <a:solidFill>
              <a:srgbClr val="029DC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15"/>
            <p:cNvSpPr>
              <a:spLocks noChangeArrowheads="1"/>
            </p:cNvSpPr>
            <p:nvPr/>
          </p:nvSpPr>
          <p:spPr bwMode="auto">
            <a:xfrm>
              <a:off x="4610100" y="3394076"/>
              <a:ext cx="920750" cy="7937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16"/>
            <p:cNvSpPr>
              <a:spLocks noChangeArrowheads="1"/>
            </p:cNvSpPr>
            <p:nvPr/>
          </p:nvSpPr>
          <p:spPr bwMode="auto">
            <a:xfrm>
              <a:off x="5632450" y="3394076"/>
              <a:ext cx="917575" cy="79375"/>
            </a:xfrm>
            <a:prstGeom prst="rect">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9" name="Oval 18"/>
          <p:cNvSpPr/>
          <p:nvPr/>
        </p:nvSpPr>
        <p:spPr>
          <a:xfrm>
            <a:off x="8848809" y="6616627"/>
            <a:ext cx="252542" cy="252542"/>
          </a:xfrm>
          <a:prstGeom prst="ellipse">
            <a:avLst/>
          </a:prstGeom>
          <a:solidFill>
            <a:srgbClr val="00B0F0"/>
          </a:soli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b="1" dirty="0">
              <a:latin typeface="Arial" pitchFamily="34" charset="0"/>
              <a:cs typeface="Arial" pitchFamily="34" charset="0"/>
            </a:endParaRPr>
          </a:p>
        </p:txBody>
      </p:sp>
      <p:sp>
        <p:nvSpPr>
          <p:cNvPr id="20" name="TextBox 19"/>
          <p:cNvSpPr txBox="1"/>
          <p:nvPr/>
        </p:nvSpPr>
        <p:spPr>
          <a:xfrm>
            <a:off x="8750108" y="6586857"/>
            <a:ext cx="478971" cy="307777"/>
          </a:xfrm>
          <a:prstGeom prst="rect">
            <a:avLst/>
          </a:prstGeom>
          <a:noFill/>
        </p:spPr>
        <p:txBody>
          <a:bodyPr wrap="square" rtlCol="0">
            <a:spAutoFit/>
          </a:bodyPr>
          <a:lstStyle/>
          <a:p>
            <a:pPr algn="ctr"/>
            <a:fld id="{52EE5219-B0F3-4150-9E75-A77E48AC63C6}" type="slidenum">
              <a:rPr lang="en-US" sz="1400" b="1" smtClean="0">
                <a:solidFill>
                  <a:schemeClr val="bg1"/>
                </a:solidFill>
                <a:latin typeface="Times New Roman" panose="02020603050405020304" pitchFamily="18" charset="0"/>
                <a:cs typeface="Times New Roman" panose="02020603050405020304" pitchFamily="18" charset="0"/>
              </a:rPr>
              <a:pPr algn="ctr"/>
              <a:t>‹#›</a:t>
            </a:fld>
            <a:endParaRPr lang="en-US" sz="1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8234091"/>
      </p:ext>
    </p:extLst>
  </p:cSld>
  <p:clrMapOvr>
    <a:masterClrMapping/>
  </p:clrMapOvr>
  <p:transition spd="slow">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922158D-428B-4987-8B28-745A2AFA1252}" type="datetimeFigureOut">
              <a:rPr lang="en-US" smtClean="0"/>
              <a:t>1/16/2016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FC477-0A05-4F3E-8EE9-E015C9089D56}" type="slidenum">
              <a:rPr lang="en-US" smtClean="0"/>
              <a:t>‹#›</a:t>
            </a:fld>
            <a:endParaRPr lang="en-US"/>
          </a:p>
        </p:txBody>
      </p:sp>
      <p:pic>
        <p:nvPicPr>
          <p:cNvPr id="7" name="Picture 6"/>
          <p:cNvPicPr>
            <a:picLocks noChangeAspect="1"/>
          </p:cNvPicPr>
          <p:nvPr userDrawn="1"/>
        </p:nvPicPr>
        <p:blipFill rotWithShape="1">
          <a:blip r:embed="rId2"/>
          <a:srcRect l="-92" t="50811" r="45394" b="-590"/>
          <a:stretch/>
        </p:blipFill>
        <p:spPr>
          <a:xfrm>
            <a:off x="-13648" y="0"/>
            <a:ext cx="9157648" cy="5582272"/>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85800" y="1066799"/>
            <a:ext cx="1979920" cy="2013807"/>
          </a:xfrm>
          <a:prstGeom prst="ellipse">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43986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iterate type="lt">
                                    <p:tmPct val="5000"/>
                                  </p:iterate>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922158D-428B-4987-8B28-745A2AFA1252}" type="datetimeFigureOut">
              <a:rPr lang="en-US" smtClean="0"/>
              <a:t>1/16/2016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5FC477-0A05-4F3E-8EE9-E015C9089D56}" type="slidenum">
              <a:rPr lang="en-US" smtClean="0"/>
              <a:t>‹#›</a:t>
            </a:fld>
            <a:endParaRPr lang="en-US"/>
          </a:p>
        </p:txBody>
      </p:sp>
    </p:spTree>
    <p:extLst>
      <p:ext uri="{BB962C8B-B14F-4D97-AF65-F5344CB8AC3E}">
        <p14:creationId xmlns:p14="http://schemas.microsoft.com/office/powerpoint/2010/main" val="418009603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922158D-428B-4987-8B28-745A2AFA1252}" type="datetimeFigureOut">
              <a:rPr lang="en-US" smtClean="0"/>
              <a:t>1/16/2016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FC477-0A05-4F3E-8EE9-E015C9089D56}" type="slidenum">
              <a:rPr lang="en-US" smtClean="0"/>
              <a:t>‹#›</a:t>
            </a:fld>
            <a:endParaRPr lang="en-US"/>
          </a:p>
        </p:txBody>
      </p:sp>
    </p:spTree>
    <p:extLst>
      <p:ext uri="{BB962C8B-B14F-4D97-AF65-F5344CB8AC3E}">
        <p14:creationId xmlns:p14="http://schemas.microsoft.com/office/powerpoint/2010/main" val="3690366039"/>
      </p:ext>
    </p:extLst>
  </p:cSld>
  <p:clrMapOvr>
    <a:masterClrMapping/>
  </p:clrMapOvr>
  <p:transition spd="slow">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922158D-428B-4987-8B28-745A2AFA1252}" type="datetimeFigureOut">
              <a:rPr lang="en-US" smtClean="0"/>
              <a:t>1/16/2016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5FC477-0A05-4F3E-8EE9-E015C9089D56}" type="slidenum">
              <a:rPr lang="en-US" smtClean="0"/>
              <a:t>‹#›</a:t>
            </a:fld>
            <a:endParaRPr lang="en-US"/>
          </a:p>
        </p:txBody>
      </p:sp>
    </p:spTree>
    <p:extLst>
      <p:ext uri="{BB962C8B-B14F-4D97-AF65-F5344CB8AC3E}">
        <p14:creationId xmlns:p14="http://schemas.microsoft.com/office/powerpoint/2010/main" val="3069562395"/>
      </p:ext>
    </p:extLst>
  </p:cSld>
  <p:clrMapOvr>
    <a:masterClrMapping/>
  </p:clrMapOvr>
  <p:transition spd="slow">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922158D-428B-4987-8B28-745A2AFA1252}" type="datetimeFigureOut">
              <a:rPr lang="en-US" smtClean="0"/>
              <a:t>1/16/2016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5FC477-0A05-4F3E-8EE9-E015C9089D56}" type="slidenum">
              <a:rPr lang="en-US" smtClean="0"/>
              <a:t>‹#›</a:t>
            </a:fld>
            <a:endParaRPr lang="en-US"/>
          </a:p>
        </p:txBody>
      </p:sp>
    </p:spTree>
    <p:extLst>
      <p:ext uri="{BB962C8B-B14F-4D97-AF65-F5344CB8AC3E}">
        <p14:creationId xmlns:p14="http://schemas.microsoft.com/office/powerpoint/2010/main" val="15521831"/>
      </p:ext>
    </p:extLst>
  </p:cSld>
  <p:clrMapOvr>
    <a:masterClrMapping/>
  </p:clrMapOvr>
  <p:transition spd="slow">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22158D-428B-4987-8B28-745A2AFA1252}" type="datetimeFigureOut">
              <a:rPr lang="en-US" smtClean="0"/>
              <a:t>1/16/2016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5FC477-0A05-4F3E-8EE9-E015C9089D56}" type="slidenum">
              <a:rPr lang="en-US" smtClean="0"/>
              <a:t>‹#›</a:t>
            </a:fld>
            <a:endParaRPr lang="en-US"/>
          </a:p>
        </p:txBody>
      </p:sp>
    </p:spTree>
    <p:extLst>
      <p:ext uri="{BB962C8B-B14F-4D97-AF65-F5344CB8AC3E}">
        <p14:creationId xmlns:p14="http://schemas.microsoft.com/office/powerpoint/2010/main" val="26782202"/>
      </p:ext>
    </p:extLst>
  </p:cSld>
  <p:clrMapOvr>
    <a:masterClrMapping/>
  </p:clrMapOvr>
  <p:transition spd="slow">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22158D-428B-4987-8B28-745A2AFA1252}" type="datetimeFigureOut">
              <a:rPr lang="en-US" smtClean="0"/>
              <a:t>1/16/2016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FC477-0A05-4F3E-8EE9-E015C9089D56}" type="slidenum">
              <a:rPr lang="en-US" smtClean="0"/>
              <a:t>‹#›</a:t>
            </a:fld>
            <a:endParaRPr lang="en-US"/>
          </a:p>
        </p:txBody>
      </p:sp>
    </p:spTree>
    <p:extLst>
      <p:ext uri="{BB962C8B-B14F-4D97-AF65-F5344CB8AC3E}">
        <p14:creationId xmlns:p14="http://schemas.microsoft.com/office/powerpoint/2010/main" val="2112687746"/>
      </p:ext>
    </p:extLst>
  </p:cSld>
  <p:clrMapOvr>
    <a:masterClrMapping/>
  </p:clrMapOvr>
  <p:transition spd="slow">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22158D-428B-4987-8B28-745A2AFA1252}" type="datetimeFigureOut">
              <a:rPr lang="en-US" smtClean="0"/>
              <a:t>1/16/2016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FC477-0A05-4F3E-8EE9-E015C9089D56}" type="slidenum">
              <a:rPr lang="en-US" smtClean="0"/>
              <a:t>‹#›</a:t>
            </a:fld>
            <a:endParaRPr lang="en-US"/>
          </a:p>
        </p:txBody>
      </p:sp>
    </p:spTree>
    <p:extLst>
      <p:ext uri="{BB962C8B-B14F-4D97-AF65-F5344CB8AC3E}">
        <p14:creationId xmlns:p14="http://schemas.microsoft.com/office/powerpoint/2010/main" val="702431135"/>
      </p:ext>
    </p:extLst>
  </p:cSld>
  <p:clrMapOvr>
    <a:masterClrMapping/>
  </p:clrMapOvr>
  <p:transition spd="slow">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922158D-428B-4987-8B28-745A2AFA1252}" type="datetimeFigureOut">
              <a:rPr lang="en-US" smtClean="0"/>
              <a:t>1/16/2016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FC477-0A05-4F3E-8EE9-E015C9089D56}" type="slidenum">
              <a:rPr lang="en-US" smtClean="0"/>
              <a:t>‹#›</a:t>
            </a:fld>
            <a:endParaRPr lang="en-US"/>
          </a:p>
        </p:txBody>
      </p:sp>
    </p:spTree>
    <p:extLst>
      <p:ext uri="{BB962C8B-B14F-4D97-AF65-F5344CB8AC3E}">
        <p14:creationId xmlns:p14="http://schemas.microsoft.com/office/powerpoint/2010/main" val="752558108"/>
      </p:ext>
    </p:extLst>
  </p:cSld>
  <p:clrMapOvr>
    <a:masterClrMapping/>
  </p:clrMapOvr>
  <p:transition spd="slow">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922158D-428B-4987-8B28-745A2AFA1252}" type="datetimeFigureOut">
              <a:rPr lang="en-US" smtClean="0"/>
              <a:t>1/16/2016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FC477-0A05-4F3E-8EE9-E015C9089D56}" type="slidenum">
              <a:rPr lang="en-US" smtClean="0"/>
              <a:t>‹#›</a:t>
            </a:fld>
            <a:endParaRPr lang="en-US"/>
          </a:p>
        </p:txBody>
      </p:sp>
    </p:spTree>
    <p:extLst>
      <p:ext uri="{BB962C8B-B14F-4D97-AF65-F5344CB8AC3E}">
        <p14:creationId xmlns:p14="http://schemas.microsoft.com/office/powerpoint/2010/main" val="2847468908"/>
      </p:ext>
    </p:extLst>
  </p:cSld>
  <p:clrMapOvr>
    <a:masterClrMapping/>
  </p:clrMapOvr>
  <p:transition spd="slow">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22158D-428B-4987-8B28-745A2AFA1252}" type="datetimeFigureOut">
              <a:rPr lang="en-US" smtClean="0"/>
              <a:t>1/16/2016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5FC477-0A05-4F3E-8EE9-E015C9089D56}" type="slidenum">
              <a:rPr lang="en-US" smtClean="0"/>
              <a:t>‹#›</a:t>
            </a:fld>
            <a:endParaRPr lang="en-US"/>
          </a:p>
        </p:txBody>
      </p:sp>
    </p:spTree>
    <p:extLst>
      <p:ext uri="{BB962C8B-B14F-4D97-AF65-F5344CB8AC3E}">
        <p14:creationId xmlns:p14="http://schemas.microsoft.com/office/powerpoint/2010/main" val="325779290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ransition spd="slow">
    <p:fade/>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1.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3.xml"/><Relationship Id="rId7"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6.xml"/><Relationship Id="rId7" Type="http://schemas.openxmlformats.org/officeDocument/2006/relationships/diagramColors" Target="../diagrams/colors3.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26.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11.xml"/><Relationship Id="rId7" Type="http://schemas.openxmlformats.org/officeDocument/2006/relationships/diagramColors" Target="../diagrams/colors4.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2.jp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3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4270382558"/>
      </p:ext>
    </p:extLst>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dirty="0">
                <a:latin typeface="Arial" pitchFamily="34" charset="0"/>
                <a:cs typeface="Arial" pitchFamily="34" charset="0"/>
              </a:rPr>
              <a:t>1</a:t>
            </a:r>
          </a:p>
        </p:txBody>
      </p:sp>
      <p:sp>
        <p:nvSpPr>
          <p:cNvPr id="6" name="Rectangle 20"/>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dirty="0" smtClean="0">
                <a:solidFill>
                  <a:schemeClr val="bg1"/>
                </a:solidFill>
                <a:latin typeface="Times New Roman" panose="02020603050405020304" pitchFamily="18" charset="0"/>
                <a:cs typeface="Times New Roman" panose="02020603050405020304" pitchFamily="18" charset="0"/>
              </a:rPr>
              <a:t>NỘI DUNG CHÍNH</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7" name="Diagram 6"/>
          <p:cNvGraphicFramePr/>
          <p:nvPr>
            <p:extLst>
              <p:ext uri="{D42A27DB-BD31-4B8C-83A1-F6EECF244321}">
                <p14:modId xmlns:p14="http://schemas.microsoft.com/office/powerpoint/2010/main" val="3115220967"/>
              </p:ext>
            </p:extLst>
          </p:nvPr>
        </p:nvGraphicFramePr>
        <p:xfrm>
          <a:off x="287959" y="1170766"/>
          <a:ext cx="8018915" cy="5345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186432"/>
      </p:ext>
    </p:extLst>
  </p:cSld>
  <p:clrMapOvr>
    <a:masterClrMapping/>
  </p:clrMapOvr>
  <p:transition spd="slow">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309" y="1219200"/>
            <a:ext cx="5020491" cy="838200"/>
          </a:xfrm>
        </p:spPr>
        <p:txBody>
          <a:bodyPr>
            <a:normAutofit/>
          </a:bodyPr>
          <a:lstStyle/>
          <a:p>
            <a:pPr algn="ctr"/>
            <a:r>
              <a:rPr lang="en-US" sz="2600" b="1" smtClean="0">
                <a:latin typeface="Times New Roman" panose="02020603050405020304" pitchFamily="18" charset="0"/>
                <a:cs typeface="Times New Roman" panose="02020603050405020304" pitchFamily="18" charset="0"/>
              </a:rPr>
              <a:t>TRẺ </a:t>
            </a:r>
            <a:r>
              <a:rPr lang="en-US" sz="2600" b="1" smtClean="0">
                <a:latin typeface="Times New Roman" panose="02020603050405020304" pitchFamily="18" charset="0"/>
                <a:cs typeface="Times New Roman" panose="02020603050405020304" pitchFamily="18" charset="0"/>
              </a:rPr>
              <a:t>EM</a:t>
            </a:r>
            <a:endParaRPr lang="en-US" sz="2600" b="1" dirty="0">
              <a:latin typeface="Times New Roman" panose="02020603050405020304" pitchFamily="18" charset="0"/>
              <a:cs typeface="Times New Roman" panose="02020603050405020304" pitchFamily="18" charset="0"/>
            </a:endParaRPr>
          </a:p>
        </p:txBody>
      </p:sp>
      <p:sp>
        <p:nvSpPr>
          <p:cNvPr id="9" name="Oval 8"/>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dirty="0">
                <a:latin typeface="Arial" pitchFamily="34" charset="0"/>
                <a:cs typeface="Arial" pitchFamily="34" charset="0"/>
              </a:rPr>
              <a:t>1</a:t>
            </a:r>
          </a:p>
        </p:txBody>
      </p:sp>
      <p:sp>
        <p:nvSpPr>
          <p:cNvPr id="10" name="Rectangle 20"/>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TỔNG QUAN</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15" name="Diagram 14"/>
          <p:cNvGraphicFramePr/>
          <p:nvPr>
            <p:extLst>
              <p:ext uri="{D42A27DB-BD31-4B8C-83A1-F6EECF244321}">
                <p14:modId xmlns:p14="http://schemas.microsoft.com/office/powerpoint/2010/main" val="3601652509"/>
              </p:ext>
            </p:extLst>
          </p:nvPr>
        </p:nvGraphicFramePr>
        <p:xfrm>
          <a:off x="1295400" y="1981200"/>
          <a:ext cx="7162800" cy="4419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ransition spd="slow">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309" y="1295400"/>
            <a:ext cx="5020491" cy="838200"/>
          </a:xfrm>
        </p:spPr>
        <p:txBody>
          <a:bodyPr>
            <a:normAutofit/>
          </a:bodyPr>
          <a:lstStyle/>
          <a:p>
            <a:pPr algn="ctr"/>
            <a:r>
              <a:rPr lang="en-US" sz="2600" b="1" dirty="0" smtClean="0">
                <a:latin typeface="Times New Roman" panose="02020603050405020304" pitchFamily="18" charset="0"/>
                <a:cs typeface="Times New Roman" panose="02020603050405020304" pitchFamily="18" charset="0"/>
              </a:rPr>
              <a:t>TRẺ EM VÀ THẾ GIỚI GAME</a:t>
            </a:r>
            <a:endParaRPr lang="en-US" sz="2600" b="1" dirty="0">
              <a:latin typeface="Times New Roman" panose="02020603050405020304" pitchFamily="18" charset="0"/>
              <a:cs typeface="Times New Roman" panose="02020603050405020304" pitchFamily="18" charset="0"/>
            </a:endParaRPr>
          </a:p>
        </p:txBody>
      </p:sp>
      <p:sp>
        <p:nvSpPr>
          <p:cNvPr id="9" name="Oval 8"/>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dirty="0">
                <a:latin typeface="Arial" pitchFamily="34" charset="0"/>
                <a:cs typeface="Arial" pitchFamily="34" charset="0"/>
              </a:rPr>
              <a:t>1</a:t>
            </a:r>
          </a:p>
        </p:txBody>
      </p:sp>
      <p:sp>
        <p:nvSpPr>
          <p:cNvPr id="10" name="Rectangle 20"/>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TỔNG QUAN</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
        <p:nvSpPr>
          <p:cNvPr id="3" name="Rounded Rectangle 2"/>
          <p:cNvSpPr/>
          <p:nvPr/>
        </p:nvSpPr>
        <p:spPr>
          <a:xfrm>
            <a:off x="906142" y="2362200"/>
            <a:ext cx="3589658" cy="1752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4"/>
          <a:stretch>
            <a:fillRect/>
          </a:stretch>
        </p:blipFill>
        <p:spPr>
          <a:xfrm>
            <a:off x="993629" y="2438400"/>
            <a:ext cx="3425971" cy="16002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5" name="Group 4"/>
          <p:cNvGrpSpPr/>
          <p:nvPr/>
        </p:nvGrpSpPr>
        <p:grpSpPr>
          <a:xfrm>
            <a:off x="5257800" y="2971800"/>
            <a:ext cx="3124200" cy="3110424"/>
            <a:chOff x="3886200" y="3401833"/>
            <a:chExt cx="2849872" cy="2843724"/>
          </a:xfrm>
        </p:grpSpPr>
        <p:sp>
          <p:nvSpPr>
            <p:cNvPr id="4" name="Oval 3"/>
            <p:cNvSpPr/>
            <p:nvPr/>
          </p:nvSpPr>
          <p:spPr>
            <a:xfrm>
              <a:off x="3886200" y="3426157"/>
              <a:ext cx="2819400" cy="2819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Content Placeholder 6"/>
            <p:cNvPicPr>
              <a:picLocks noChangeAspect="1"/>
            </p:cNvPicPr>
            <p:nvPr/>
          </p:nvPicPr>
          <p:blipFill>
            <a:blip r:embed="rId5"/>
            <a:stretch>
              <a:fillRect/>
            </a:stretch>
          </p:blipFill>
          <p:spPr>
            <a:xfrm>
              <a:off x="3886200" y="3401833"/>
              <a:ext cx="2849872" cy="2843724"/>
            </a:xfrm>
            <a:prstGeom prst="ellipse">
              <a:avLst/>
            </a:prstGeom>
            <a:ln>
              <a:noFill/>
            </a:ln>
            <a:effectLst>
              <a:softEdge rad="112500"/>
            </a:effectLst>
          </p:spPr>
        </p:pic>
      </p:grpSp>
    </p:spTree>
    <p:custDataLst>
      <p:tags r:id="rId1"/>
    </p:custDataLst>
    <p:extLst>
      <p:ext uri="{BB962C8B-B14F-4D97-AF65-F5344CB8AC3E}">
        <p14:creationId xmlns:p14="http://schemas.microsoft.com/office/powerpoint/2010/main" val="2006774996"/>
      </p:ext>
    </p:extLst>
  </p:cSld>
  <p:clrMapOvr>
    <a:masterClrMapping/>
  </p:clrMapOvr>
  <p:transition spd="slow">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109026"/>
            <a:ext cx="5257800" cy="838200"/>
          </a:xfrm>
        </p:spPr>
        <p:txBody>
          <a:bodyPr>
            <a:normAutofit/>
          </a:bodyPr>
          <a:lstStyle/>
          <a:p>
            <a:pPr algn="ctr"/>
            <a:r>
              <a:rPr lang="en-US" sz="2600" b="1" dirty="0" smtClean="0">
                <a:latin typeface="Times New Roman" panose="02020603050405020304" pitchFamily="18" charset="0"/>
                <a:cs typeface="Times New Roman" panose="02020603050405020304" pitchFamily="18" charset="0"/>
              </a:rPr>
              <a:t>XÂY DỰNG GIAN HÀNG GAME</a:t>
            </a:r>
            <a:endParaRPr lang="en-US" sz="2600" b="1" dirty="0">
              <a:latin typeface="Times New Roman" panose="02020603050405020304" pitchFamily="18" charset="0"/>
              <a:cs typeface="Times New Roman" panose="02020603050405020304" pitchFamily="18" charset="0"/>
            </a:endParaRP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4080" y="2037375"/>
            <a:ext cx="984250" cy="984250"/>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93030" y="2624649"/>
            <a:ext cx="984250" cy="984250"/>
          </a:xfrm>
          <a:prstGeom prst="rect">
            <a:avLst/>
          </a:prstGeom>
        </p:spPr>
      </p:pic>
      <p:pic>
        <p:nvPicPr>
          <p:cNvPr id="15" name="Picture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9830" y="2711646"/>
            <a:ext cx="984250" cy="984250"/>
          </a:xfrm>
          <a:prstGeom prst="rect">
            <a:avLst/>
          </a:prstGeom>
        </p:spPr>
      </p:pic>
      <p:pic>
        <p:nvPicPr>
          <p:cNvPr id="17" name="Picture 1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80773" y="3865207"/>
            <a:ext cx="3257035" cy="2459393"/>
          </a:xfrm>
          <a:prstGeom prst="rect">
            <a:avLst/>
          </a:prstGeom>
        </p:spPr>
      </p:pic>
      <p:pic>
        <p:nvPicPr>
          <p:cNvPr id="18" name="Picture 17"/>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4275202" y="3238272"/>
            <a:ext cx="1117828" cy="1117828"/>
          </a:xfrm>
          <a:prstGeom prst="rect">
            <a:avLst/>
          </a:prstGeom>
        </p:spPr>
      </p:pic>
      <p:sp>
        <p:nvSpPr>
          <p:cNvPr id="19" name="TextBox 18"/>
          <p:cNvSpPr txBox="1"/>
          <p:nvPr/>
        </p:nvSpPr>
        <p:spPr>
          <a:xfrm>
            <a:off x="246214" y="5581513"/>
            <a:ext cx="4279057" cy="1015663"/>
          </a:xfrm>
          <a:prstGeom prst="rect">
            <a:avLst/>
          </a:prstGeom>
          <a:noFill/>
        </p:spPr>
        <p:txBody>
          <a:bodyPr wrap="none" rtlCol="0">
            <a:spAutoFit/>
          </a:bodyPr>
          <a:lstStyle/>
          <a:p>
            <a:r>
              <a:rPr lang="en-US" sz="6000" dirty="0" smtClean="0"/>
              <a:t>GAME </a:t>
            </a:r>
            <a:r>
              <a:rPr lang="en-US" sz="4400" dirty="0" smtClean="0">
                <a:latin typeface="Segoe UI" panose="020B0502040204020203" pitchFamily="34" charset="0"/>
                <a:cs typeface="Segoe UI" panose="020B0502040204020203" pitchFamily="34" charset="0"/>
              </a:rPr>
              <a:t>STORE</a:t>
            </a:r>
            <a:endParaRPr lang="en-US" sz="4400" dirty="0">
              <a:latin typeface="Segoe UI" panose="020B0502040204020203" pitchFamily="34" charset="0"/>
              <a:cs typeface="Segoe UI" panose="020B0502040204020203" pitchFamily="34" charset="0"/>
            </a:endParaRPr>
          </a:p>
        </p:txBody>
      </p:sp>
      <p:sp>
        <p:nvSpPr>
          <p:cNvPr id="10" name="Oval 9"/>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dirty="0">
                <a:latin typeface="Arial" pitchFamily="34" charset="0"/>
                <a:cs typeface="Arial" pitchFamily="34" charset="0"/>
              </a:rPr>
              <a:t>1</a:t>
            </a:r>
          </a:p>
        </p:txBody>
      </p:sp>
      <p:sp>
        <p:nvSpPr>
          <p:cNvPr id="11" name="Rectangle 20"/>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TỔNG QUAN</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3187946449"/>
      </p:ext>
    </p:extLst>
  </p:cSld>
  <p:clrMapOvr>
    <a:masterClrMapping/>
  </p:clrMapOvr>
  <p:transition spd="slow">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4624" y="1151828"/>
            <a:ext cx="5867400" cy="838200"/>
          </a:xfrm>
        </p:spPr>
        <p:txBody>
          <a:bodyPr>
            <a:normAutofit/>
          </a:bodyPr>
          <a:lstStyle/>
          <a:p>
            <a:r>
              <a:rPr lang="en-US" sz="2600" b="1" dirty="0" smtClean="0">
                <a:latin typeface="Times New Roman" panose="02020603050405020304" pitchFamily="18" charset="0"/>
                <a:cs typeface="Times New Roman" panose="02020603050405020304" pitchFamily="18" charset="0"/>
              </a:rPr>
              <a:t>CÔNG NGHỆ SỬ DỤNG</a:t>
            </a:r>
            <a:endParaRPr lang="en-US" sz="2600" b="1" dirty="0">
              <a:latin typeface="Times New Roman" panose="02020603050405020304" pitchFamily="18" charset="0"/>
              <a:cs typeface="Times New Roman" panose="02020603050405020304" pitchFamily="18" charset="0"/>
            </a:endParaRPr>
          </a:p>
        </p:txBody>
      </p:sp>
      <p:grpSp>
        <p:nvGrpSpPr>
          <p:cNvPr id="4" name="Group 3"/>
          <p:cNvGrpSpPr/>
          <p:nvPr/>
        </p:nvGrpSpPr>
        <p:grpSpPr>
          <a:xfrm>
            <a:off x="914400" y="1873312"/>
            <a:ext cx="7620000" cy="4451287"/>
            <a:chOff x="533400" y="1828800"/>
            <a:chExt cx="7696200" cy="4495800"/>
          </a:xfrm>
        </p:grpSpPr>
        <p:sp>
          <p:nvSpPr>
            <p:cNvPr id="3" name="Rounded Rectangle 2"/>
            <p:cNvSpPr/>
            <p:nvPr/>
          </p:nvSpPr>
          <p:spPr>
            <a:xfrm>
              <a:off x="533400" y="1828800"/>
              <a:ext cx="7696200" cy="44958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nvGrpSpPr>
            <p:cNvPr id="31" name="Group 30"/>
            <p:cNvGrpSpPr/>
            <p:nvPr/>
          </p:nvGrpSpPr>
          <p:grpSpPr>
            <a:xfrm>
              <a:off x="1176950" y="1990028"/>
              <a:ext cx="6290650" cy="4182172"/>
              <a:chOff x="969475" y="1745427"/>
              <a:chExt cx="7128850" cy="4739427"/>
            </a:xfrm>
          </p:grpSpPr>
          <p:grpSp>
            <p:nvGrpSpPr>
              <p:cNvPr id="23" name="Group 22"/>
              <p:cNvGrpSpPr/>
              <p:nvPr/>
            </p:nvGrpSpPr>
            <p:grpSpPr>
              <a:xfrm>
                <a:off x="3429000" y="3255475"/>
                <a:ext cx="1926125" cy="1926125"/>
                <a:chOff x="762000" y="1772992"/>
                <a:chExt cx="2133600" cy="2133600"/>
              </a:xfrm>
            </p:grpSpPr>
            <p:sp>
              <p:nvSpPr>
                <p:cNvPr id="13" name="Oval 12"/>
                <p:cNvSpPr/>
                <p:nvPr/>
              </p:nvSpPr>
              <p:spPr>
                <a:xfrm>
                  <a:off x="762000" y="1772992"/>
                  <a:ext cx="2133600" cy="21336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pic>
              <p:nvPicPr>
                <p:cNvPr id="18" name="Content Placeholder 3" descr="unity.png"/>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a:xfrm>
                  <a:off x="970879" y="2440155"/>
                  <a:ext cx="1715842" cy="799274"/>
                </a:xfrm>
                <a:prstGeom prst="rect">
                  <a:avLst/>
                </a:prstGeom>
              </p:spPr>
            </p:pic>
          </p:grpSp>
          <p:grpSp>
            <p:nvGrpSpPr>
              <p:cNvPr id="24" name="Group 23"/>
              <p:cNvGrpSpPr/>
              <p:nvPr/>
            </p:nvGrpSpPr>
            <p:grpSpPr>
              <a:xfrm>
                <a:off x="1019038" y="1745427"/>
                <a:ext cx="1926125" cy="1926125"/>
                <a:chOff x="6201548" y="1726842"/>
                <a:chExt cx="2133600" cy="2133600"/>
              </a:xfrm>
            </p:grpSpPr>
            <p:sp>
              <p:nvSpPr>
                <p:cNvPr id="14" name="Oval 13"/>
                <p:cNvSpPr/>
                <p:nvPr/>
              </p:nvSpPr>
              <p:spPr>
                <a:xfrm>
                  <a:off x="6201548" y="1726842"/>
                  <a:ext cx="2133600" cy="21336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pic>
              <p:nvPicPr>
                <p:cNvPr id="19" name="Picture 18"/>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277747" y="2375405"/>
                  <a:ext cx="1951853" cy="824995"/>
                </a:xfrm>
                <a:prstGeom prst="rect">
                  <a:avLst/>
                </a:prstGeom>
              </p:spPr>
            </p:pic>
          </p:grpSp>
          <p:grpSp>
            <p:nvGrpSpPr>
              <p:cNvPr id="25" name="Group 24"/>
              <p:cNvGrpSpPr/>
              <p:nvPr/>
            </p:nvGrpSpPr>
            <p:grpSpPr>
              <a:xfrm>
                <a:off x="969475" y="4558729"/>
                <a:ext cx="1926125" cy="1926125"/>
                <a:chOff x="3151433" y="5017005"/>
                <a:chExt cx="2133600" cy="2133600"/>
              </a:xfrm>
            </p:grpSpPr>
            <p:sp>
              <p:nvSpPr>
                <p:cNvPr id="16" name="Oval 15"/>
                <p:cNvSpPr/>
                <p:nvPr/>
              </p:nvSpPr>
              <p:spPr>
                <a:xfrm>
                  <a:off x="3151433" y="5017005"/>
                  <a:ext cx="2133600" cy="2133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pic>
              <p:nvPicPr>
                <p:cNvPr id="22" name="Picture 21"/>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3229578" y="5791200"/>
                  <a:ext cx="1977309" cy="866094"/>
                </a:xfrm>
                <a:prstGeom prst="rect">
                  <a:avLst/>
                </a:prstGeom>
              </p:spPr>
            </p:pic>
          </p:grpSp>
          <p:grpSp>
            <p:nvGrpSpPr>
              <p:cNvPr id="27" name="Group 26"/>
              <p:cNvGrpSpPr/>
              <p:nvPr/>
            </p:nvGrpSpPr>
            <p:grpSpPr>
              <a:xfrm>
                <a:off x="6172200" y="3255475"/>
                <a:ext cx="1926125" cy="1926125"/>
                <a:chOff x="6590763" y="3255475"/>
                <a:chExt cx="2133600" cy="2133600"/>
              </a:xfrm>
            </p:grpSpPr>
            <p:sp>
              <p:nvSpPr>
                <p:cNvPr id="15" name="Oval 14"/>
                <p:cNvSpPr/>
                <p:nvPr/>
              </p:nvSpPr>
              <p:spPr>
                <a:xfrm>
                  <a:off x="6590763" y="3255475"/>
                  <a:ext cx="2133600" cy="21336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a:p>
              </p:txBody>
            </p:sp>
            <p:pic>
              <p:nvPicPr>
                <p:cNvPr id="26" name="Picture 25"/>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7010400" y="3733800"/>
                  <a:ext cx="1219200" cy="1219200"/>
                </a:xfrm>
                <a:prstGeom prst="rect">
                  <a:avLst/>
                </a:prstGeom>
              </p:spPr>
            </p:pic>
          </p:grpSp>
          <p:sp>
            <p:nvSpPr>
              <p:cNvPr id="28" name="Down Arrow 27"/>
              <p:cNvSpPr/>
              <p:nvPr/>
            </p:nvSpPr>
            <p:spPr>
              <a:xfrm rot="18349078">
                <a:off x="2771101" y="3225109"/>
                <a:ext cx="681507" cy="4783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Down Arrow 28"/>
              <p:cNvSpPr/>
              <p:nvPr/>
            </p:nvSpPr>
            <p:spPr>
              <a:xfrm rot="14359784">
                <a:off x="2898131" y="4747922"/>
                <a:ext cx="681507" cy="4783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Down Arrow 29"/>
              <p:cNvSpPr/>
              <p:nvPr/>
            </p:nvSpPr>
            <p:spPr>
              <a:xfrm rot="16200000">
                <a:off x="5384809" y="3987792"/>
                <a:ext cx="681507" cy="4783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0" name="Oval 19"/>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a:latin typeface="Arial" pitchFamily="34" charset="0"/>
                <a:cs typeface="Arial" pitchFamily="34" charset="0"/>
              </a:rPr>
              <a:t>2</a:t>
            </a:r>
            <a:endParaRPr lang="en-US" sz="2800" b="1" dirty="0">
              <a:latin typeface="Arial" pitchFamily="34" charset="0"/>
              <a:cs typeface="Arial" pitchFamily="34" charset="0"/>
            </a:endParaRPr>
          </a:p>
        </p:txBody>
      </p:sp>
      <p:sp>
        <p:nvSpPr>
          <p:cNvPr id="21" name="Rectangle 20"/>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CÔNG NGHỆ</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3345800586"/>
      </p:ext>
    </p:extLst>
  </p:cSld>
  <p:clrMapOvr>
    <a:masterClrMapping/>
  </p:clrMapOvr>
  <p:transition spd="slow">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4000" y="5553670"/>
            <a:ext cx="6477000" cy="923330"/>
          </a:xfrm>
          <a:prstGeom prst="rect">
            <a:avLst/>
          </a:prstGeom>
          <a:noFill/>
        </p:spPr>
        <p:txBody>
          <a:bodyPr wrap="square" rtlCol="0">
            <a:spAutoFit/>
          </a:bodyPr>
          <a:lstStyle/>
          <a:p>
            <a:pPr algn="ctr"/>
            <a:r>
              <a:rPr lang="en-US" sz="5400"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Times New Roman" panose="02020603050405020304" pitchFamily="18" charset="0"/>
                <a:cs typeface="Times New Roman" panose="02020603050405020304" pitchFamily="18" charset="0"/>
              </a:rPr>
              <a:t>AR LÀ GÌ?</a:t>
            </a:r>
            <a:endParaRPr lang="en-US"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Times New Roman" panose="02020603050405020304" pitchFamily="18" charset="0"/>
              <a:cs typeface="Times New Roman" panose="02020603050405020304" pitchFamily="18" charset="0"/>
            </a:endParaRPr>
          </a:p>
        </p:txBody>
      </p:sp>
      <p:sp>
        <p:nvSpPr>
          <p:cNvPr id="8" name="Oval 7"/>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a:latin typeface="Arial" pitchFamily="34" charset="0"/>
                <a:cs typeface="Arial" pitchFamily="34" charset="0"/>
              </a:rPr>
              <a:t>2</a:t>
            </a:r>
            <a:endParaRPr lang="en-US" sz="2800" b="1" dirty="0">
              <a:latin typeface="Arial" pitchFamily="34" charset="0"/>
              <a:cs typeface="Arial" pitchFamily="34" charset="0"/>
            </a:endParaRPr>
          </a:p>
        </p:txBody>
      </p:sp>
      <p:sp>
        <p:nvSpPr>
          <p:cNvPr id="9" name="Rectangle 8"/>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CÔNG NGHỆ</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3124200" y="1375057"/>
            <a:ext cx="2667000" cy="403210"/>
          </a:xfrm>
        </p:spPr>
        <p:txBody>
          <a:bodyPr>
            <a:noAutofit/>
          </a:bodyPr>
          <a:lstStyle/>
          <a:p>
            <a:pPr algn="ctr"/>
            <a:r>
              <a:rPr lang="en-US" sz="2600" b="1" smtClean="0">
                <a:latin typeface="Times New Roman" panose="02020603050405020304" pitchFamily="18" charset="0"/>
                <a:cs typeface="Times New Roman" panose="02020603050405020304" pitchFamily="18" charset="0"/>
              </a:rPr>
              <a:t>TÌM HIỂU AR</a:t>
            </a:r>
            <a:endParaRPr lang="en-US" sz="2600" b="1">
              <a:latin typeface="Times New Roman" panose="02020603050405020304" pitchFamily="18" charset="0"/>
              <a:cs typeface="Times New Roman" panose="02020603050405020304" pitchFamily="18" charset="0"/>
            </a:endParaRPr>
          </a:p>
        </p:txBody>
      </p:sp>
      <p:pic>
        <p:nvPicPr>
          <p:cNvPr id="1026" name="Picture 2" descr="54111-Vuforia-by-Qualcomm-Sesame-photo2-greenboard-original."/>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318240" y="2072071"/>
            <a:ext cx="2248537" cy="1955533"/>
          </a:xfrm>
          <a:prstGeom prst="rect">
            <a:avLst/>
          </a:prstGeom>
          <a:ln w="38100" cap="sq">
            <a:solidFill>
              <a:schemeClr val="accent1">
                <a:lumMod val="75000"/>
              </a:schemeClr>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28" name="Picture 4" descr="http://genk2.vcmedia.vn/N0WoyYblO3QdmZFKPMtKnadHAHTevz/Image/2012/06/2_ecccd.jpg"/>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2887357" y="3352983"/>
            <a:ext cx="2485367" cy="2030737"/>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30" name="Picture 6" descr="http://genk2.vcmedia.vn/N0WoyYblO3QdmZFKPMtKnadHAHTevz/Image/2012/06/3_83ffc.jpg"/>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5342244" y="2233244"/>
            <a:ext cx="2980975" cy="2857669"/>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821729137"/>
      </p:ext>
    </p:extLst>
  </p:cSld>
  <p:clrMapOvr>
    <a:masterClrMapping/>
  </p:clrMapOvr>
  <p:transition spd="slow">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1143000"/>
            <a:ext cx="3657600" cy="609600"/>
          </a:xfrm>
        </p:spPr>
        <p:txBody>
          <a:bodyPr>
            <a:normAutofit/>
          </a:bodyPr>
          <a:lstStyle/>
          <a:p>
            <a:r>
              <a:rPr lang="en-US" sz="2600" b="1" smtClean="0">
                <a:latin typeface="Times New Roman" panose="02020603050405020304" pitchFamily="18" charset="0"/>
                <a:cs typeface="Times New Roman" panose="02020603050405020304" pitchFamily="18" charset="0"/>
              </a:rPr>
              <a:t>ĐẶC TRƯNG CỦA AR</a:t>
            </a:r>
            <a:endParaRPr lang="en-US" sz="2600" b="1" dirty="0">
              <a:latin typeface="Times New Roman" panose="02020603050405020304" pitchFamily="18" charset="0"/>
              <a:cs typeface="Times New Roman" panose="02020603050405020304" pitchFamily="18" charset="0"/>
            </a:endParaRPr>
          </a:p>
        </p:txBody>
      </p:sp>
      <p:sp>
        <p:nvSpPr>
          <p:cNvPr id="8" name="Oval 7"/>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a:latin typeface="Arial" pitchFamily="34" charset="0"/>
                <a:cs typeface="Arial" pitchFamily="34" charset="0"/>
              </a:rPr>
              <a:t>2</a:t>
            </a:r>
            <a:endParaRPr lang="en-US" sz="2800" b="1" dirty="0">
              <a:latin typeface="Arial" pitchFamily="34" charset="0"/>
              <a:cs typeface="Arial" pitchFamily="34" charset="0"/>
            </a:endParaRPr>
          </a:p>
        </p:txBody>
      </p:sp>
      <p:sp>
        <p:nvSpPr>
          <p:cNvPr id="9" name="Rectangle 8"/>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CÔNG NGHỆ</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11" name="Diagram 10"/>
          <p:cNvGraphicFramePr/>
          <p:nvPr>
            <p:extLst>
              <p:ext uri="{D42A27DB-BD31-4B8C-83A1-F6EECF244321}">
                <p14:modId xmlns:p14="http://schemas.microsoft.com/office/powerpoint/2010/main" val="2388946202"/>
              </p:ext>
            </p:extLst>
          </p:nvPr>
        </p:nvGraphicFramePr>
        <p:xfrm>
          <a:off x="-668865" y="1783080"/>
          <a:ext cx="6583682" cy="44348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2" name="Picture 11" descr="http://www.stdio.vn/statics/external_data/files/pages/articles/2015/quarter_2/237/ss_3.jpg"/>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5562600" y="2438400"/>
            <a:ext cx="2859069" cy="2261134"/>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1009666139"/>
      </p:ext>
    </p:extLst>
  </p:cSld>
  <p:clrMapOvr>
    <a:masterClrMapping/>
  </p:clrMapOvr>
  <p:transition spd="slow">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0" y="1219200"/>
            <a:ext cx="2514600" cy="838200"/>
          </a:xfrm>
        </p:spPr>
        <p:txBody>
          <a:bodyPr>
            <a:normAutofit/>
          </a:bodyPr>
          <a:lstStyle/>
          <a:p>
            <a:pPr algn="ctr"/>
            <a:r>
              <a:rPr lang="en-US" sz="2600" b="1" dirty="0" smtClean="0">
                <a:latin typeface="Times New Roman" panose="02020603050405020304" pitchFamily="18" charset="0"/>
                <a:cs typeface="Times New Roman" panose="02020603050405020304" pitchFamily="18" charset="0"/>
              </a:rPr>
              <a:t>VUFORIA AR</a:t>
            </a:r>
            <a:endParaRPr lang="en-US" sz="2600" b="1" dirty="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362200" y="2819400"/>
            <a:ext cx="4886996" cy="2065599"/>
          </a:xfrm>
          <a:prstGeom prst="rect">
            <a:avLst/>
          </a:prstGeom>
        </p:spPr>
      </p:pic>
      <p:sp>
        <p:nvSpPr>
          <p:cNvPr id="7" name="Oval 6"/>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a:latin typeface="Arial" pitchFamily="34" charset="0"/>
                <a:cs typeface="Arial" pitchFamily="34" charset="0"/>
              </a:rPr>
              <a:t>2</a:t>
            </a:r>
            <a:endParaRPr lang="en-US" sz="2800" b="1" dirty="0">
              <a:latin typeface="Arial" pitchFamily="34" charset="0"/>
              <a:cs typeface="Arial" pitchFamily="34" charset="0"/>
            </a:endParaRPr>
          </a:p>
        </p:txBody>
      </p:sp>
      <p:sp>
        <p:nvSpPr>
          <p:cNvPr id="8" name="Rectangle 7"/>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CÔNG NGHỆ</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974605887"/>
      </p:ext>
    </p:extLst>
  </p:cSld>
  <p:clrMapOvr>
    <a:masterClrMapping/>
  </p:clrMapOvr>
  <p:transition spd="slow">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42002636"/>
              </p:ext>
            </p:extLst>
          </p:nvPr>
        </p:nvGraphicFramePr>
        <p:xfrm>
          <a:off x="1524000" y="2209800"/>
          <a:ext cx="6400802" cy="3581400"/>
        </p:xfrm>
        <a:graphic>
          <a:graphicData uri="http://schemas.openxmlformats.org/drawingml/2006/table">
            <a:tbl>
              <a:tblPr firstRow="1" firstCol="1" bandRow="1">
                <a:tableStyleId>{5C22544A-7EE6-4342-B048-85BDC9FD1C3A}</a:tableStyleId>
              </a:tblPr>
              <a:tblGrid>
                <a:gridCol w="1400750"/>
                <a:gridCol w="947493"/>
                <a:gridCol w="939967"/>
                <a:gridCol w="1690099"/>
                <a:gridCol w="1422493"/>
              </a:tblGrid>
              <a:tr h="1215465">
                <a:tc>
                  <a:txBody>
                    <a:bodyPr/>
                    <a:lstStyle/>
                    <a:p>
                      <a:pPr marL="0" marR="0" algn="ctr">
                        <a:lnSpc>
                          <a:spcPct val="150000"/>
                        </a:lnSpc>
                        <a:spcBef>
                          <a:spcPts val="0"/>
                        </a:spcBef>
                        <a:spcAft>
                          <a:spcPts val="600"/>
                        </a:spcAft>
                      </a:pPr>
                      <a:r>
                        <a:rPr lang="en-US" sz="1300" dirty="0">
                          <a:effectLst/>
                        </a:rPr>
                        <a:t>Development </a:t>
                      </a:r>
                      <a:r>
                        <a:rPr lang="en-US" sz="1300" dirty="0" err="1">
                          <a:effectLst/>
                        </a:rPr>
                        <a:t>Enviroment</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gridSpan="4">
                  <a:txBody>
                    <a:bodyPr/>
                    <a:lstStyle/>
                    <a:p>
                      <a:pPr marL="0" marR="0" algn="ctr">
                        <a:lnSpc>
                          <a:spcPct val="150000"/>
                        </a:lnSpc>
                        <a:spcBef>
                          <a:spcPts val="0"/>
                        </a:spcBef>
                        <a:spcAft>
                          <a:spcPts val="600"/>
                        </a:spcAft>
                      </a:pPr>
                      <a:r>
                        <a:rPr lang="en-US" sz="1300" dirty="0">
                          <a:effectLst/>
                        </a:rPr>
                        <a:t>Development Platform</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r>
              <a:tr h="299583">
                <a:tc>
                  <a:txBody>
                    <a:bodyPr/>
                    <a:lstStyle/>
                    <a:p>
                      <a:pPr marL="0" marR="0" algn="ctr">
                        <a:lnSpc>
                          <a:spcPct val="150000"/>
                        </a:lnSpc>
                        <a:spcBef>
                          <a:spcPts val="0"/>
                        </a:spcBef>
                        <a:spcAft>
                          <a:spcPts val="600"/>
                        </a:spcAft>
                      </a:pPr>
                      <a:r>
                        <a:rPr lang="en-US" sz="1300">
                          <a:effectLst/>
                        </a:rPr>
                        <a:t> </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gridSpan="2">
                  <a:txBody>
                    <a:bodyPr/>
                    <a:lstStyle/>
                    <a:p>
                      <a:pPr marL="0" marR="0" algn="ctr">
                        <a:lnSpc>
                          <a:spcPct val="150000"/>
                        </a:lnSpc>
                        <a:spcBef>
                          <a:spcPts val="0"/>
                        </a:spcBef>
                        <a:spcAft>
                          <a:spcPts val="600"/>
                        </a:spcAft>
                      </a:pPr>
                      <a:r>
                        <a:rPr lang="en-US" sz="1300">
                          <a:effectLst/>
                        </a:rPr>
                        <a:t>Native SDK</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gridSpan="2">
                  <a:txBody>
                    <a:bodyPr/>
                    <a:lstStyle/>
                    <a:p>
                      <a:pPr marL="0" marR="0" algn="ctr">
                        <a:lnSpc>
                          <a:spcPct val="150000"/>
                        </a:lnSpc>
                        <a:spcBef>
                          <a:spcPts val="0"/>
                        </a:spcBef>
                        <a:spcAft>
                          <a:spcPts val="600"/>
                        </a:spcAft>
                      </a:pPr>
                      <a:r>
                        <a:rPr lang="en-US" sz="1300">
                          <a:effectLst/>
                        </a:rPr>
                        <a:t>Unity Extension</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r>
              <a:tr h="588923">
                <a:tc>
                  <a:txBody>
                    <a:bodyPr/>
                    <a:lstStyle/>
                    <a:p>
                      <a:pPr marL="0" marR="0" algn="ctr">
                        <a:lnSpc>
                          <a:spcPct val="150000"/>
                        </a:lnSpc>
                        <a:spcBef>
                          <a:spcPts val="0"/>
                        </a:spcBef>
                        <a:spcAft>
                          <a:spcPts val="600"/>
                        </a:spcAft>
                      </a:pPr>
                      <a:r>
                        <a:rPr lang="en-US" sz="1300">
                          <a:effectLst/>
                        </a:rPr>
                        <a:t> </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600"/>
                        </a:spcAft>
                      </a:pPr>
                      <a:r>
                        <a:rPr lang="en-US" sz="1300">
                          <a:effectLst/>
                        </a:rPr>
                        <a:t>Android</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600"/>
                        </a:spcAft>
                      </a:pPr>
                      <a:r>
                        <a:rPr lang="en-US" sz="1300">
                          <a:effectLst/>
                        </a:rPr>
                        <a:t>iOS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600"/>
                        </a:spcAft>
                      </a:pPr>
                      <a:r>
                        <a:rPr lang="en-US" sz="1300">
                          <a:effectLst/>
                        </a:rPr>
                        <a:t>Android</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600"/>
                        </a:spcAft>
                      </a:pPr>
                      <a:r>
                        <a:rPr lang="en-US" sz="1300">
                          <a:effectLst/>
                        </a:rPr>
                        <a:t>iOS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588923">
                <a:tc>
                  <a:txBody>
                    <a:bodyPr/>
                    <a:lstStyle/>
                    <a:p>
                      <a:pPr marL="0" marR="0" algn="ctr">
                        <a:lnSpc>
                          <a:spcPct val="150000"/>
                        </a:lnSpc>
                        <a:spcBef>
                          <a:spcPts val="0"/>
                        </a:spcBef>
                        <a:spcAft>
                          <a:spcPts val="600"/>
                        </a:spcAft>
                      </a:pPr>
                      <a:r>
                        <a:rPr lang="en-US" sz="1300">
                          <a:effectLst/>
                        </a:rPr>
                        <a:t>Window</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600"/>
                        </a:spcAft>
                      </a:pPr>
                      <a:r>
                        <a:rPr lang="en-US" sz="1300">
                          <a:effectLst/>
                        </a:rPr>
                        <a:t>Yes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600"/>
                        </a:spcAft>
                      </a:pPr>
                      <a:r>
                        <a:rPr lang="en-US" sz="1300">
                          <a:effectLst/>
                        </a:rPr>
                        <a:t>---</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gridSpan="2">
                  <a:txBody>
                    <a:bodyPr/>
                    <a:lstStyle/>
                    <a:p>
                      <a:pPr marL="0" marR="0" algn="ctr">
                        <a:lnSpc>
                          <a:spcPct val="150000"/>
                        </a:lnSpc>
                        <a:spcBef>
                          <a:spcPts val="0"/>
                        </a:spcBef>
                        <a:spcAft>
                          <a:spcPts val="600"/>
                        </a:spcAft>
                      </a:pPr>
                      <a:r>
                        <a:rPr lang="en-US" sz="1300">
                          <a:effectLst/>
                        </a:rPr>
                        <a:t>Yes multi-platform deployment</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r>
              <a:tr h="588923">
                <a:tc>
                  <a:txBody>
                    <a:bodyPr/>
                    <a:lstStyle/>
                    <a:p>
                      <a:pPr marL="0" marR="0" algn="ctr">
                        <a:lnSpc>
                          <a:spcPct val="150000"/>
                        </a:lnSpc>
                        <a:spcBef>
                          <a:spcPts val="0"/>
                        </a:spcBef>
                        <a:spcAft>
                          <a:spcPts val="600"/>
                        </a:spcAft>
                      </a:pPr>
                      <a:r>
                        <a:rPr lang="en-US" sz="1300">
                          <a:effectLst/>
                        </a:rPr>
                        <a:t>MacOS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600"/>
                        </a:spcAft>
                      </a:pPr>
                      <a:r>
                        <a:rPr lang="en-US" sz="1300">
                          <a:effectLst/>
                        </a:rPr>
                        <a:t>Yes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600"/>
                        </a:spcAft>
                      </a:pPr>
                      <a:r>
                        <a:rPr lang="en-US" sz="1300">
                          <a:effectLst/>
                        </a:rPr>
                        <a:t>Yes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gridSpan="2">
                  <a:txBody>
                    <a:bodyPr/>
                    <a:lstStyle/>
                    <a:p>
                      <a:pPr marL="0" marR="0" algn="ctr">
                        <a:lnSpc>
                          <a:spcPct val="150000"/>
                        </a:lnSpc>
                        <a:spcBef>
                          <a:spcPts val="0"/>
                        </a:spcBef>
                        <a:spcAft>
                          <a:spcPts val="600"/>
                        </a:spcAft>
                      </a:pPr>
                      <a:r>
                        <a:rPr lang="en-US" sz="1300">
                          <a:effectLst/>
                        </a:rPr>
                        <a:t>Yes multi-platform deployment</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r>
              <a:tr h="299583">
                <a:tc>
                  <a:txBody>
                    <a:bodyPr/>
                    <a:lstStyle/>
                    <a:p>
                      <a:pPr marL="0" marR="0" algn="ctr">
                        <a:lnSpc>
                          <a:spcPct val="150000"/>
                        </a:lnSpc>
                        <a:spcBef>
                          <a:spcPts val="0"/>
                        </a:spcBef>
                        <a:spcAft>
                          <a:spcPts val="600"/>
                        </a:spcAft>
                      </a:pPr>
                      <a:r>
                        <a:rPr lang="en-US" sz="1300" dirty="0">
                          <a:effectLst/>
                        </a:rPr>
                        <a:t>Linux</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600"/>
                        </a:spcAft>
                      </a:pPr>
                      <a:r>
                        <a:rPr lang="en-US" sz="1300">
                          <a:effectLst/>
                        </a:rPr>
                        <a:t>Yes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600"/>
                        </a:spcAft>
                      </a:pPr>
                      <a:r>
                        <a:rPr lang="en-US" sz="1300">
                          <a:effectLst/>
                        </a:rPr>
                        <a:t>---</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600"/>
                        </a:spcAft>
                      </a:pPr>
                      <a:r>
                        <a:rPr lang="en-US" sz="1300">
                          <a:effectLst/>
                        </a:rPr>
                        <a:t>---</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600"/>
                        </a:spcAft>
                      </a:pPr>
                      <a:r>
                        <a:rPr lang="en-US" sz="1300" dirty="0">
                          <a:effectLst/>
                        </a:rPr>
                        <a:t>--</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bl>
          </a:graphicData>
        </a:graphic>
      </p:graphicFrame>
      <p:sp>
        <p:nvSpPr>
          <p:cNvPr id="7" name="Oval 6"/>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a:latin typeface="Arial" pitchFamily="34" charset="0"/>
                <a:cs typeface="Arial" pitchFamily="34" charset="0"/>
              </a:rPr>
              <a:t>2</a:t>
            </a:r>
            <a:endParaRPr lang="en-US" sz="2800" b="1" dirty="0">
              <a:latin typeface="Arial" pitchFamily="34" charset="0"/>
              <a:cs typeface="Arial" pitchFamily="34" charset="0"/>
            </a:endParaRPr>
          </a:p>
        </p:txBody>
      </p:sp>
      <p:sp>
        <p:nvSpPr>
          <p:cNvPr id="8" name="Rectangle 7"/>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CÔNG NGHỆ</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Title 1"/>
          <p:cNvSpPr txBox="1">
            <a:spLocks/>
          </p:cNvSpPr>
          <p:nvPr/>
        </p:nvSpPr>
        <p:spPr>
          <a:xfrm>
            <a:off x="3352800" y="1219200"/>
            <a:ext cx="2514600" cy="838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600" b="1" smtClean="0">
                <a:latin typeface="Times New Roman" panose="02020603050405020304" pitchFamily="18" charset="0"/>
                <a:cs typeface="Times New Roman" panose="02020603050405020304" pitchFamily="18" charset="0"/>
              </a:rPr>
              <a:t>VUFORIA AR</a:t>
            </a:r>
            <a:endParaRPr lang="en-US" sz="2600" b="1"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846768551"/>
      </p:ext>
    </p:extLst>
  </p:cSld>
  <p:clrMapOvr>
    <a:masterClrMapping/>
  </p:clrMapOvr>
  <p:transition spd="slow">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https://developer.vuforia.com/sites/default/files/dev_guide_images/data_flow_diagram_Vuforia_SDK_app_env.png"/>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714500" y="2209800"/>
            <a:ext cx="5791200" cy="3906426"/>
          </a:xfrm>
          <a:prstGeom prst="rect">
            <a:avLst/>
          </a:prstGeom>
          <a:noFill/>
          <a:ln>
            <a:noFill/>
          </a:ln>
        </p:spPr>
      </p:pic>
      <p:sp>
        <p:nvSpPr>
          <p:cNvPr id="8" name="Oval 7"/>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a:latin typeface="Arial" pitchFamily="34" charset="0"/>
                <a:cs typeface="Arial" pitchFamily="34" charset="0"/>
              </a:rPr>
              <a:t>2</a:t>
            </a:r>
            <a:endParaRPr lang="en-US" sz="2800" b="1" dirty="0">
              <a:latin typeface="Arial" pitchFamily="34" charset="0"/>
              <a:cs typeface="Arial" pitchFamily="34" charset="0"/>
            </a:endParaRPr>
          </a:p>
        </p:txBody>
      </p:sp>
      <p:sp>
        <p:nvSpPr>
          <p:cNvPr id="9" name="Rectangle 8"/>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CÔNG NGHỆ</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Title 1"/>
          <p:cNvSpPr txBox="1">
            <a:spLocks/>
          </p:cNvSpPr>
          <p:nvPr/>
        </p:nvSpPr>
        <p:spPr>
          <a:xfrm>
            <a:off x="3352800" y="1219200"/>
            <a:ext cx="2514600" cy="838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600" b="1" smtClean="0">
                <a:latin typeface="Times New Roman" panose="02020603050405020304" pitchFamily="18" charset="0"/>
                <a:cs typeface="Times New Roman" panose="02020603050405020304" pitchFamily="18" charset="0"/>
              </a:rPr>
              <a:t>VUFORIA AR</a:t>
            </a:r>
            <a:endParaRPr lang="en-US" sz="2600" b="1"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1878252250"/>
      </p:ext>
    </p:extLst>
  </p:cSld>
  <p:clrMapOvr>
    <a:masterClrMapping/>
  </p:clrMapOvr>
  <p:transition spd="slow">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1295400" y="2286000"/>
            <a:ext cx="6981427" cy="3657600"/>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sp>
        <p:nvSpPr>
          <p:cNvPr id="5" name="Oval 4"/>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a:latin typeface="Arial" pitchFamily="34" charset="0"/>
                <a:cs typeface="Arial" pitchFamily="34" charset="0"/>
              </a:rPr>
              <a:t>2</a:t>
            </a:r>
            <a:endParaRPr lang="en-US" sz="2800" b="1" dirty="0">
              <a:latin typeface="Arial" pitchFamily="34" charset="0"/>
              <a:cs typeface="Arial" pitchFamily="34" charset="0"/>
            </a:endParaRPr>
          </a:p>
        </p:txBody>
      </p:sp>
      <p:sp>
        <p:nvSpPr>
          <p:cNvPr id="7" name="Rectangle 6"/>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CÔNG NGHỆ</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Title 1"/>
          <p:cNvSpPr txBox="1">
            <a:spLocks/>
          </p:cNvSpPr>
          <p:nvPr/>
        </p:nvSpPr>
        <p:spPr>
          <a:xfrm>
            <a:off x="3352800" y="1219200"/>
            <a:ext cx="2514600" cy="838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600" b="1" smtClean="0">
                <a:latin typeface="Times New Roman" panose="02020603050405020304" pitchFamily="18" charset="0"/>
                <a:cs typeface="Times New Roman" panose="02020603050405020304" pitchFamily="18" charset="0"/>
              </a:rPr>
              <a:t>VUFORIA AR</a:t>
            </a:r>
            <a:endParaRPr lang="en-US" sz="2600" b="1"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42564213"/>
      </p:ext>
    </p:extLst>
  </p:cSld>
  <p:clrMapOvr>
    <a:masterClrMapping/>
  </p:clrMapOvr>
  <p:transition spd="slow">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val 16"/>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a:latin typeface="Arial" pitchFamily="34" charset="0"/>
                <a:cs typeface="Arial" pitchFamily="34" charset="0"/>
              </a:rPr>
              <a:t>2</a:t>
            </a:r>
            <a:endParaRPr lang="en-US" sz="2800" b="1" dirty="0">
              <a:latin typeface="Arial" pitchFamily="34" charset="0"/>
              <a:cs typeface="Arial" pitchFamily="34" charset="0"/>
            </a:endParaRPr>
          </a:p>
        </p:txBody>
      </p:sp>
      <p:sp>
        <p:nvSpPr>
          <p:cNvPr id="18" name="Rectangle 17"/>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CÔNG NGHỆ</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
        <p:nvSpPr>
          <p:cNvPr id="19" name="Title 1"/>
          <p:cNvSpPr txBox="1">
            <a:spLocks/>
          </p:cNvSpPr>
          <p:nvPr/>
        </p:nvSpPr>
        <p:spPr>
          <a:xfrm>
            <a:off x="3352800" y="1219200"/>
            <a:ext cx="2514600" cy="838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600" b="1" smtClean="0">
                <a:latin typeface="Times New Roman" panose="02020603050405020304" pitchFamily="18" charset="0"/>
                <a:cs typeface="Times New Roman" panose="02020603050405020304" pitchFamily="18" charset="0"/>
              </a:rPr>
              <a:t>UNITY 3D</a:t>
            </a:r>
            <a:endParaRPr lang="en-US" sz="2600" b="1" dirty="0">
              <a:latin typeface="Times New Roman" panose="02020603050405020304" pitchFamily="18" charset="0"/>
              <a:cs typeface="Times New Roman" panose="02020603050405020304" pitchFamily="18" charset="0"/>
            </a:endParaRPr>
          </a:p>
        </p:txBody>
      </p:sp>
      <p:graphicFrame>
        <p:nvGraphicFramePr>
          <p:cNvPr id="9" name="Diagram 8"/>
          <p:cNvGraphicFramePr/>
          <p:nvPr>
            <p:extLst>
              <p:ext uri="{D42A27DB-BD31-4B8C-83A1-F6EECF244321}">
                <p14:modId xmlns:p14="http://schemas.microsoft.com/office/powerpoint/2010/main" val="3832768228"/>
              </p:ext>
            </p:extLst>
          </p:nvPr>
        </p:nvGraphicFramePr>
        <p:xfrm>
          <a:off x="1295400" y="1828800"/>
          <a:ext cx="6858000" cy="4724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715375923"/>
      </p:ext>
    </p:extLst>
  </p:cSld>
  <p:clrMapOvr>
    <a:masterClrMapping/>
  </p:clrMapOvr>
  <p:transition spd="slow">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057400"/>
            <a:ext cx="7371715" cy="4267200"/>
          </a:xfrm>
          <a:prstGeom prst="rect">
            <a:avLst/>
          </a:prstGeom>
        </p:spPr>
      </p:pic>
      <p:pic>
        <p:nvPicPr>
          <p:cNvPr id="18" name="Picture 17"/>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981200" y="2539466"/>
            <a:ext cx="5410109" cy="3818517"/>
          </a:xfrm>
          <a:prstGeom prst="rect">
            <a:avLst/>
          </a:prstGeom>
        </p:spPr>
      </p:pic>
      <p:sp>
        <p:nvSpPr>
          <p:cNvPr id="7" name="Oval 6"/>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a:latin typeface="Arial" pitchFamily="34" charset="0"/>
                <a:cs typeface="Arial" pitchFamily="34" charset="0"/>
              </a:rPr>
              <a:t>2</a:t>
            </a:r>
            <a:endParaRPr lang="en-US" sz="2800" b="1" dirty="0">
              <a:latin typeface="Arial" pitchFamily="34" charset="0"/>
              <a:cs typeface="Arial" pitchFamily="34" charset="0"/>
            </a:endParaRPr>
          </a:p>
        </p:txBody>
      </p:sp>
      <p:sp>
        <p:nvSpPr>
          <p:cNvPr id="8" name="Rectangle 7"/>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CÔNG NGHỆ</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Title 1"/>
          <p:cNvSpPr txBox="1">
            <a:spLocks/>
          </p:cNvSpPr>
          <p:nvPr/>
        </p:nvSpPr>
        <p:spPr>
          <a:xfrm>
            <a:off x="3352800" y="1219200"/>
            <a:ext cx="2514600" cy="838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600" b="1" smtClean="0">
                <a:latin typeface="Times New Roman" panose="02020603050405020304" pitchFamily="18" charset="0"/>
                <a:cs typeface="Times New Roman" panose="02020603050405020304" pitchFamily="18" charset="0"/>
              </a:rPr>
              <a:t>UNITY 3D</a:t>
            </a:r>
            <a:endParaRPr lang="en-US" sz="2600" b="1"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17477580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2" fill="hold" nodeType="clickEffect">
                                  <p:stCondLst>
                                    <p:cond delay="0"/>
                                  </p:stCondLst>
                                  <p:childTnLst>
                                    <p:anim calcmode="lin" valueType="num">
                                      <p:cBhvr additive="base">
                                        <p:cTn id="12" dur="500"/>
                                        <p:tgtEl>
                                          <p:spTgt spid="17"/>
                                        </p:tgtEl>
                                        <p:attrNameLst>
                                          <p:attrName>ppt_x</p:attrName>
                                        </p:attrNameLst>
                                      </p:cBhvr>
                                      <p:tavLst>
                                        <p:tav tm="0">
                                          <p:val>
                                            <p:strVal val="ppt_x"/>
                                          </p:val>
                                        </p:tav>
                                        <p:tav tm="100000">
                                          <p:val>
                                            <p:strVal val="1+ppt_w/2"/>
                                          </p:val>
                                        </p:tav>
                                      </p:tavLst>
                                    </p:anim>
                                    <p:anim calcmode="lin" valueType="num">
                                      <p:cBhvr additive="base">
                                        <p:cTn id="13" dur="500"/>
                                        <p:tgtEl>
                                          <p:spTgt spid="17"/>
                                        </p:tgtEl>
                                        <p:attrNameLst>
                                          <p:attrName>ppt_y</p:attrName>
                                        </p:attrNameLst>
                                      </p:cBhvr>
                                      <p:tavLst>
                                        <p:tav tm="0">
                                          <p:val>
                                            <p:strVal val="ppt_y"/>
                                          </p:val>
                                        </p:tav>
                                        <p:tav tm="100000">
                                          <p:val>
                                            <p:strVal val="ppt_y"/>
                                          </p:val>
                                        </p:tav>
                                      </p:tavLst>
                                    </p:anim>
                                    <p:set>
                                      <p:cBhvr>
                                        <p:cTn id="14" dur="1" fill="hold">
                                          <p:stCondLst>
                                            <p:cond delay="499"/>
                                          </p:stCondLst>
                                        </p:cTn>
                                        <p:tgtEl>
                                          <p:spTgt spid="17"/>
                                        </p:tgtEl>
                                        <p:attrNameLst>
                                          <p:attrName>style.visibility</p:attrName>
                                        </p:attrNameLst>
                                      </p:cBhvr>
                                      <p:to>
                                        <p:strVal val="hidden"/>
                                      </p:to>
                                    </p:set>
                                  </p:childTnLst>
                                </p:cTn>
                              </p:par>
                              <p:par>
                                <p:cTn id="15" presetID="2" presetClass="entr" presetSubtype="8"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0-#ppt_w/2"/>
                                          </p:val>
                                        </p:tav>
                                        <p:tav tm="100000">
                                          <p:val>
                                            <p:strVal val="#ppt_x"/>
                                          </p:val>
                                        </p:tav>
                                      </p:tavLst>
                                    </p:anim>
                                    <p:anim calcmode="lin" valueType="num">
                                      <p:cBhvr additive="base">
                                        <p:cTn id="1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800" y="1905000"/>
            <a:ext cx="6908800" cy="4609837"/>
          </a:xfrm>
          <a:prstGeom prst="rect">
            <a:avLst/>
          </a:prstGeom>
        </p:spPr>
      </p:pic>
      <p:sp>
        <p:nvSpPr>
          <p:cNvPr id="5" name="Oval 4"/>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smtClean="0">
                <a:latin typeface="Arial" pitchFamily="34" charset="0"/>
                <a:cs typeface="Arial" pitchFamily="34" charset="0"/>
              </a:rPr>
              <a:t>3</a:t>
            </a:r>
            <a:endParaRPr lang="en-US" sz="2800" b="1" dirty="0">
              <a:latin typeface="Arial" pitchFamily="34" charset="0"/>
              <a:cs typeface="Arial" pitchFamily="34" charset="0"/>
            </a:endParaRPr>
          </a:p>
        </p:txBody>
      </p:sp>
      <p:sp>
        <p:nvSpPr>
          <p:cNvPr id="7" name="Rectangle 6"/>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Ý TƯỞNG – ỨNG DỤNG</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4038600" y="2362200"/>
            <a:ext cx="4419600" cy="1200329"/>
          </a:xfrm>
          <a:prstGeom prst="rect">
            <a:avLst/>
          </a:prstGeom>
          <a:noFill/>
        </p:spPr>
        <p:txBody>
          <a:bodyPr wrap="square" rtlCol="0">
            <a:spAutoFit/>
          </a:bodyPr>
          <a:lstStyle/>
          <a:p>
            <a:r>
              <a:rPr lang="en-US" sz="7200" b="1" smtClean="0">
                <a:ln w="9525">
                  <a:solidFill>
                    <a:schemeClr val="bg1"/>
                  </a:solidFill>
                  <a:prstDash val="solid"/>
                </a:ln>
                <a:solidFill>
                  <a:schemeClr val="accent5"/>
                </a:solidFill>
                <a:latin typeface="Times New Roman" panose="02020603050405020304" pitchFamily="18" charset="0"/>
                <a:cs typeface="Times New Roman" panose="02020603050405020304" pitchFamily="18" charset="0"/>
              </a:rPr>
              <a:t>myWords</a:t>
            </a:r>
            <a:endParaRPr lang="en-US" sz="7200" b="1">
              <a:ln w="9525">
                <a:solidFill>
                  <a:schemeClr val="bg1"/>
                </a:solidFill>
                <a:prstDash val="solid"/>
              </a:ln>
              <a:solidFill>
                <a:schemeClr val="accent5"/>
              </a:solidFill>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3695505442"/>
      </p:ext>
    </p:extLst>
  </p:cSld>
  <p:clrMapOvr>
    <a:masterClrMapping/>
  </p:clrMapOvr>
  <p:transition spd="slow">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8"/>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smtClean="0">
                <a:latin typeface="Arial" pitchFamily="34" charset="0"/>
                <a:cs typeface="Arial" pitchFamily="34" charset="0"/>
              </a:rPr>
              <a:t>3</a:t>
            </a:r>
            <a:endParaRPr lang="en-US" sz="2800" b="1" dirty="0">
              <a:latin typeface="Arial" pitchFamily="34" charset="0"/>
              <a:cs typeface="Arial" pitchFamily="34" charset="0"/>
            </a:endParaRPr>
          </a:p>
        </p:txBody>
      </p:sp>
      <p:sp>
        <p:nvSpPr>
          <p:cNvPr id="13" name="Rectangle 12"/>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Ý TƯỞNG – ỨNG DỤNG</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
        <p:nvSpPr>
          <p:cNvPr id="14" name="Title 1"/>
          <p:cNvSpPr txBox="1">
            <a:spLocks/>
          </p:cNvSpPr>
          <p:nvPr/>
        </p:nvSpPr>
        <p:spPr>
          <a:xfrm>
            <a:off x="3781217" y="1090238"/>
            <a:ext cx="2133600" cy="6601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smtClean="0">
                <a:latin typeface="Times New Roman" panose="02020603050405020304" pitchFamily="18" charset="0"/>
                <a:cs typeface="Times New Roman" panose="02020603050405020304" pitchFamily="18" charset="0"/>
              </a:rPr>
              <a:t>Ý TƯỞNG</a:t>
            </a:r>
            <a:endParaRPr lang="en-US" sz="2400" b="1" dirty="0">
              <a:latin typeface="Times New Roman" panose="02020603050405020304" pitchFamily="18" charset="0"/>
              <a:cs typeface="Times New Roman" panose="02020603050405020304" pitchFamily="18" charset="0"/>
            </a:endParaRPr>
          </a:p>
        </p:txBody>
      </p:sp>
      <p:pic>
        <p:nvPicPr>
          <p:cNvPr id="16" name="Picture 15"/>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469463" y="1981201"/>
            <a:ext cx="1210707" cy="1522484"/>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grpSp>
        <p:nvGrpSpPr>
          <p:cNvPr id="7" name="Group 6"/>
          <p:cNvGrpSpPr/>
          <p:nvPr/>
        </p:nvGrpSpPr>
        <p:grpSpPr>
          <a:xfrm>
            <a:off x="1520886" y="1459522"/>
            <a:ext cx="1301275" cy="4973869"/>
            <a:chOff x="1089657" y="1726933"/>
            <a:chExt cx="1615443" cy="6174713"/>
          </a:xfrm>
        </p:grpSpPr>
        <p:sp>
          <p:nvSpPr>
            <p:cNvPr id="5" name="Cross 4"/>
            <p:cNvSpPr/>
            <p:nvPr/>
          </p:nvSpPr>
          <p:spPr>
            <a:xfrm>
              <a:off x="1630679" y="3400476"/>
              <a:ext cx="533400" cy="501223"/>
            </a:xfrm>
            <a:prstGeom prst="plus">
              <a:avLst>
                <a:gd name="adj" fmla="val 341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089659" y="1726933"/>
              <a:ext cx="1615441" cy="1528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latin typeface="Times New Roman" panose="02020603050405020304" pitchFamily="18" charset="0"/>
                  <a:cs typeface="Times New Roman" panose="02020603050405020304" pitchFamily="18" charset="0"/>
                </a:rPr>
                <a:t>Thu hút trẻ em</a:t>
              </a:r>
              <a:endParaRPr lang="en-US" dirty="0">
                <a:latin typeface="Times New Roman" panose="02020603050405020304" pitchFamily="18" charset="0"/>
                <a:cs typeface="Times New Roman" panose="02020603050405020304" pitchFamily="18" charset="0"/>
              </a:endParaRPr>
            </a:p>
          </p:txBody>
        </p:sp>
        <p:sp>
          <p:nvSpPr>
            <p:cNvPr id="17" name="Oval 16"/>
            <p:cNvSpPr/>
            <p:nvPr/>
          </p:nvSpPr>
          <p:spPr>
            <a:xfrm>
              <a:off x="1089658" y="4049952"/>
              <a:ext cx="1615441" cy="1528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latin typeface="Times New Roman" panose="02020603050405020304" pitchFamily="18" charset="0"/>
                  <a:cs typeface="Times New Roman" panose="02020603050405020304" pitchFamily="18" charset="0"/>
                </a:rPr>
                <a:t>Học được </a:t>
              </a:r>
              <a:r>
                <a:rPr lang="en-US">
                  <a:latin typeface="Times New Roman" panose="02020603050405020304" pitchFamily="18" charset="0"/>
                  <a:cs typeface="Times New Roman" panose="02020603050405020304" pitchFamily="18" charset="0"/>
                </a:rPr>
                <a:t>kiến thức</a:t>
              </a:r>
              <a:endParaRPr lang="en-US" dirty="0">
                <a:latin typeface="Times New Roman" panose="02020603050405020304" pitchFamily="18" charset="0"/>
                <a:cs typeface="Times New Roman" panose="02020603050405020304" pitchFamily="18" charset="0"/>
              </a:endParaRPr>
            </a:p>
          </p:txBody>
        </p:sp>
        <p:sp>
          <p:nvSpPr>
            <p:cNvPr id="18" name="Oval 17"/>
            <p:cNvSpPr/>
            <p:nvPr/>
          </p:nvSpPr>
          <p:spPr>
            <a:xfrm>
              <a:off x="1089657" y="6372971"/>
              <a:ext cx="1615441" cy="1528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Times New Roman" panose="02020603050405020304" pitchFamily="18" charset="0"/>
                  <a:cs typeface="Times New Roman" panose="02020603050405020304" pitchFamily="18" charset="0"/>
                </a:rPr>
                <a:t>Giải trí là yếu tố quan trọng</a:t>
              </a:r>
              <a:endParaRPr lang="en-US" dirty="0">
                <a:latin typeface="Times New Roman" panose="02020603050405020304" pitchFamily="18" charset="0"/>
                <a:cs typeface="Times New Roman" panose="02020603050405020304" pitchFamily="18" charset="0"/>
              </a:endParaRPr>
            </a:p>
          </p:txBody>
        </p:sp>
        <p:sp>
          <p:nvSpPr>
            <p:cNvPr id="19" name="Cross 18"/>
            <p:cNvSpPr/>
            <p:nvPr/>
          </p:nvSpPr>
          <p:spPr>
            <a:xfrm>
              <a:off x="1645919" y="5723964"/>
              <a:ext cx="533400" cy="501223"/>
            </a:xfrm>
            <a:prstGeom prst="plus">
              <a:avLst>
                <a:gd name="adj" fmla="val 341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Equal 19"/>
          <p:cNvSpPr/>
          <p:nvPr/>
        </p:nvSpPr>
        <p:spPr>
          <a:xfrm>
            <a:off x="3586251" y="3680100"/>
            <a:ext cx="945317" cy="64062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Oval 20"/>
          <p:cNvSpPr/>
          <p:nvPr/>
        </p:nvSpPr>
        <p:spPr>
          <a:xfrm>
            <a:off x="5444261" y="2541381"/>
            <a:ext cx="2514600" cy="25415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smtClean="0"/>
              <a:t>myWord</a:t>
            </a:r>
            <a:endParaRPr lang="en-US" sz="3600"/>
          </a:p>
        </p:txBody>
      </p:sp>
    </p:spTree>
    <p:custDataLst>
      <p:tags r:id="rId1"/>
    </p:custDataLst>
    <p:extLst>
      <p:ext uri="{BB962C8B-B14F-4D97-AF65-F5344CB8AC3E}">
        <p14:creationId xmlns:p14="http://schemas.microsoft.com/office/powerpoint/2010/main" val="3290754178"/>
      </p:ext>
    </p:extLst>
  </p:cSld>
  <p:clrMapOvr>
    <a:masterClrMapping/>
  </p:clrMapOvr>
  <p:transition spd="slow">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6600" y="1143000"/>
            <a:ext cx="2133600" cy="660133"/>
          </a:xfrm>
        </p:spPr>
        <p:txBody>
          <a:bodyPr>
            <a:normAutofit/>
          </a:bodyPr>
          <a:lstStyle/>
          <a:p>
            <a:r>
              <a:rPr lang="en-US" sz="2400" b="1" dirty="0" smtClean="0">
                <a:latin typeface="Times New Roman" panose="02020603050405020304" pitchFamily="18" charset="0"/>
                <a:cs typeface="Times New Roman" panose="02020603050405020304" pitchFamily="18" charset="0"/>
              </a:rPr>
              <a:t>KIẾN TRÚC</a:t>
            </a:r>
            <a:endParaRPr lang="en-US" sz="2400" b="1" dirty="0">
              <a:latin typeface="Times New Roman" panose="02020603050405020304" pitchFamily="18" charset="0"/>
              <a:cs typeface="Times New Roman" panose="02020603050405020304" pitchFamily="18" charset="0"/>
            </a:endParaRPr>
          </a:p>
        </p:txBody>
      </p:sp>
      <p:pic>
        <p:nvPicPr>
          <p:cNvPr id="7" name="Picture 6" descr="C:\Users\lee\Downloads\Bản vẽ không có tiêu đề.png"/>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4109" y="2057400"/>
            <a:ext cx="7239000" cy="3962400"/>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sp>
        <p:nvSpPr>
          <p:cNvPr id="5" name="Oval 4"/>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smtClean="0">
                <a:latin typeface="Arial" pitchFamily="34" charset="0"/>
                <a:cs typeface="Arial" pitchFamily="34" charset="0"/>
              </a:rPr>
              <a:t>3</a:t>
            </a:r>
            <a:endParaRPr lang="en-US" sz="2800" b="1" dirty="0">
              <a:latin typeface="Arial" pitchFamily="34" charset="0"/>
              <a:cs typeface="Arial" pitchFamily="34" charset="0"/>
            </a:endParaRPr>
          </a:p>
        </p:txBody>
      </p:sp>
      <p:sp>
        <p:nvSpPr>
          <p:cNvPr id="8" name="Rectangle 7"/>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Ý TƯỞNG – ỨNG DỤNG</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643137029"/>
      </p:ext>
    </p:extLst>
  </p:cSld>
  <p:clrMapOvr>
    <a:masterClrMapping/>
  </p:clrMapOvr>
  <p:transition spd="slow">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8"/>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smtClean="0">
                <a:latin typeface="Arial" pitchFamily="34" charset="0"/>
                <a:cs typeface="Arial" pitchFamily="34" charset="0"/>
              </a:rPr>
              <a:t>3</a:t>
            </a:r>
            <a:endParaRPr lang="en-US" sz="2800" b="1" dirty="0">
              <a:latin typeface="Arial" pitchFamily="34" charset="0"/>
              <a:cs typeface="Arial" pitchFamily="34" charset="0"/>
            </a:endParaRPr>
          </a:p>
        </p:txBody>
      </p:sp>
      <p:sp>
        <p:nvSpPr>
          <p:cNvPr id="13" name="Rectangle 12"/>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Ý TƯỞNG – ỨNG DỤNG</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
        <p:nvSpPr>
          <p:cNvPr id="15" name="Title 1"/>
          <p:cNvSpPr>
            <a:spLocks noGrp="1"/>
          </p:cNvSpPr>
          <p:nvPr>
            <p:ph type="title"/>
          </p:nvPr>
        </p:nvSpPr>
        <p:spPr>
          <a:xfrm>
            <a:off x="3276600" y="1219200"/>
            <a:ext cx="2133600" cy="660133"/>
          </a:xfrm>
        </p:spPr>
        <p:txBody>
          <a:bodyPr>
            <a:normAutofit fontScale="90000"/>
          </a:bodyPr>
          <a:lstStyle/>
          <a:p>
            <a:r>
              <a:rPr lang="en-US" sz="2400" b="1" smtClean="0">
                <a:latin typeface="Times New Roman" panose="02020603050405020304" pitchFamily="18" charset="0"/>
                <a:cs typeface="Times New Roman" panose="02020603050405020304" pitchFamily="18" charset="0"/>
              </a:rPr>
              <a:t>GAME DEMO</a:t>
            </a:r>
            <a:endParaRPr lang="en-US" sz="24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876800" y="1944520"/>
            <a:ext cx="2438400" cy="4334932"/>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pic>
        <p:nvPicPr>
          <p:cNvPr id="4" name="Picture 3"/>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752600" y="2050066"/>
            <a:ext cx="2370457" cy="4214146"/>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102697637"/>
      </p:ext>
    </p:extLst>
  </p:cSld>
  <p:clrMapOvr>
    <a:masterClrMapping/>
  </p:clrMapOvr>
  <p:transition spd="slow">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198118" y="157592"/>
            <a:ext cx="708025" cy="708025"/>
          </a:xfrm>
          <a:prstGeom prst="ellipse">
            <a:avLst/>
          </a:prstGeom>
          <a:solidFill>
            <a:srgbClr val="00B0F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a:latin typeface="Arial" pitchFamily="34" charset="0"/>
                <a:cs typeface="Arial" pitchFamily="34" charset="0"/>
              </a:rPr>
              <a:t>4</a:t>
            </a:r>
            <a:endParaRPr lang="en-US" sz="2800" b="1" dirty="0">
              <a:latin typeface="Arial" pitchFamily="34" charset="0"/>
              <a:cs typeface="Arial" pitchFamily="34" charset="0"/>
            </a:endParaRPr>
          </a:p>
        </p:txBody>
      </p:sp>
      <p:sp>
        <p:nvSpPr>
          <p:cNvPr id="4" name="Rectangle 3"/>
          <p:cNvSpPr>
            <a:spLocks noChangeArrowheads="1"/>
          </p:cNvSpPr>
          <p:nvPr/>
        </p:nvSpPr>
        <p:spPr bwMode="auto">
          <a:xfrm>
            <a:off x="1024109" y="275469"/>
            <a:ext cx="4890708" cy="461665"/>
          </a:xfrm>
          <a:prstGeom prst="rect">
            <a:avLst/>
          </a:prstGeom>
          <a:solidFill>
            <a:schemeClr val="accent1"/>
          </a:solidFill>
          <a:ln>
            <a:noFill/>
          </a:ln>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smtClean="0">
                <a:solidFill>
                  <a:schemeClr val="bg1"/>
                </a:solidFill>
                <a:latin typeface="Times New Roman" panose="02020603050405020304" pitchFamily="18" charset="0"/>
                <a:cs typeface="Times New Roman" panose="02020603050405020304" pitchFamily="18" charset="0"/>
              </a:rPr>
              <a:t>KẾT LUẬN</a:t>
            </a:r>
            <a:endParaRPr lang="en-US" altLang="en-US" sz="2400" b="1" dirty="0">
              <a:solidFill>
                <a:schemeClr val="bg1"/>
              </a:solidFill>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301927452"/>
      </p:ext>
    </p:extLst>
  </p:cSld>
  <p:clrMapOvr>
    <a:masterClrMapping/>
  </p:clrMapOvr>
  <p:transition spd="slow">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custDataLst>
      <p:tags r:id="rId1"/>
    </p:custDataLst>
    <p:extLst>
      <p:ext uri="{BB962C8B-B14F-4D97-AF65-F5344CB8AC3E}">
        <p14:creationId xmlns:p14="http://schemas.microsoft.com/office/powerpoint/2010/main" val="3074489680"/>
      </p:ext>
    </p:extLst>
  </p:cSld>
  <p:clrMapOvr>
    <a:masterClrMapping/>
  </p:clrMapOvr>
  <p:transition spd="slow">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2.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3.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4.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5.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6.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7.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8.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9.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10.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11.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12.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13.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14.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15.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16.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17.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ags/tag18.xml><?xml version="1.0" encoding="utf-8"?>
<p:tagLst xmlns:a="http://schemas.openxmlformats.org/drawingml/2006/main" xmlns:r="http://schemas.openxmlformats.org/officeDocument/2006/relationships" xmlns:p="http://schemas.openxmlformats.org/presentationml/2006/main">
  <p:tag name="DVSECTIONID" val="wjzqUzkCEyRs7MDbtn22K6"/>
</p:tagLst>
</file>

<file path=ppt/theme/theme1.xml><?xml version="1.0" encoding="utf-8"?>
<a:theme xmlns:a="http://schemas.openxmlformats.org/drawingml/2006/main" name="Theme1">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0427EFBD-4BE3-492D-927C-C08A5D184489}" vid="{FA599663-D74C-413F-9A21-55328BB0B9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A3501ADB-0687-4C08-ACC7-50606E23354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Theme1</Template>
  <TotalTime>0</TotalTime>
  <Words>2094</Words>
  <Application>Microsoft Office PowerPoint</Application>
  <PresentationFormat>On-screen Show (4:3)</PresentationFormat>
  <Paragraphs>154</Paragraphs>
  <Slides>20</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Segoe UI</vt:lpstr>
      <vt:lpstr>Times New Roman</vt:lpstr>
      <vt:lpstr>Theme1</vt:lpstr>
      <vt:lpstr>PowerPoint Presentation</vt:lpstr>
      <vt:lpstr>PowerPoint Presentation</vt:lpstr>
      <vt:lpstr>TRẺ EM</vt:lpstr>
      <vt:lpstr>TRẺ EM VÀ THẾ GIỚI GAME</vt:lpstr>
      <vt:lpstr>XÂY DỰNG GIAN HÀNG GAME</vt:lpstr>
      <vt:lpstr>CÔNG NGHỆ SỬ DỤNG</vt:lpstr>
      <vt:lpstr>TÌM HIỂU AR</vt:lpstr>
      <vt:lpstr>ĐẶC TRƯNG CỦA AR</vt:lpstr>
      <vt:lpstr>VUFORIA 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KIẾN TRÚC</vt:lpstr>
      <vt:lpstr>GAME DEMO</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2016-01-08T21:35:35Z</dcterms:created>
  <dcterms:modified xsi:type="dcterms:W3CDTF">2016-01-16T01:26:45Z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TC016745569991</vt:lpwstr>
  </property>
</Properties>
</file>